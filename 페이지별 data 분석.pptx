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60" r:id="rId2"/>
    <p:sldId id="262" r:id="rId3"/>
    <p:sldId id="263" r:id="rId4"/>
    <p:sldId id="264" r:id="rId5"/>
    <p:sldId id="265" r:id="rId6"/>
    <p:sldId id="261" r:id="rId7"/>
    <p:sldId id="278" r:id="rId8"/>
    <p:sldId id="279" r:id="rId9"/>
    <p:sldId id="280" r:id="rId10"/>
    <p:sldId id="283" r:id="rId11"/>
    <p:sldId id="284" r:id="rId12"/>
    <p:sldId id="275" r:id="rId13"/>
    <p:sldId id="269" r:id="rId14"/>
    <p:sldId id="268" r:id="rId15"/>
    <p:sldId id="266" r:id="rId16"/>
    <p:sldId id="267" r:id="rId17"/>
    <p:sldId id="271" r:id="rId18"/>
    <p:sldId id="281" r:id="rId19"/>
    <p:sldId id="282" r:id="rId20"/>
    <p:sldId id="273" r:id="rId21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C011E-EBCE-4D04-ACC5-FAED099923B5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5B07A-79AD-4753-B3D9-CF3A72DCC6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54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AA1A-19FA-B9D4-E8F5-B41379F4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F6B5C-879E-4964-C600-E59560586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4CB1B4-67ED-23B8-C1EB-03A66A736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084A9-5CCD-8DF6-F18C-BCBA7DF3A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B07A-79AD-4753-B3D9-CF3A72DCC6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873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5B07A-79AD-4753-B3D9-CF3A72DCC60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20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05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1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596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49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66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29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13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42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10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09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54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4D0D-E79F-42D1-A253-6EC7E0653D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C6013-1059-4AC7-81EC-C37C7CAEA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58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A9584FF-5DA8-3076-DB40-E5AAEB5DD5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37911A-9B93-51DF-E847-EF6A926FA882}"/>
              </a:ext>
            </a:extLst>
          </p:cNvPr>
          <p:cNvSpPr txBox="1"/>
          <p:nvPr/>
        </p:nvSpPr>
        <p:spPr>
          <a:xfrm>
            <a:off x="4238761" y="3075057"/>
            <a:ext cx="3714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 전 페이지</a:t>
            </a:r>
          </a:p>
        </p:txBody>
      </p:sp>
    </p:spTree>
    <p:extLst>
      <p:ext uri="{BB962C8B-B14F-4D97-AF65-F5344CB8AC3E}">
        <p14:creationId xmlns:p14="http://schemas.microsoft.com/office/powerpoint/2010/main" val="135373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5F2CFB2-170E-66C5-324E-F307EA8240D0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1D67A13-0717-85B5-60CC-3360934B2F69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2599E1-9255-FDE3-A2C7-C96C047F53CC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161573E-45B3-B4F1-3420-88507225BCBE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A486C6E-22B9-F685-6BDF-BDA252DADD69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090946E-4605-02DD-5F24-1A8B37F6BDBC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A787179-3E4F-B1CD-D97B-00880D6DE650}"/>
              </a:ext>
            </a:extLst>
          </p:cNvPr>
          <p:cNvSpPr txBox="1"/>
          <p:nvPr/>
        </p:nvSpPr>
        <p:spPr>
          <a:xfrm>
            <a:off x="0" y="0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시작 페이지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1ED2370-B0B4-839B-449C-B1C093D032F7}"/>
              </a:ext>
            </a:extLst>
          </p:cNvPr>
          <p:cNvSpPr/>
          <p:nvPr/>
        </p:nvSpPr>
        <p:spPr>
          <a:xfrm>
            <a:off x="3439885" y="4226766"/>
            <a:ext cx="2220685" cy="55050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회원가입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861A16-CB5C-F5CA-4C78-EECB41782EA5}"/>
              </a:ext>
            </a:extLst>
          </p:cNvPr>
          <p:cNvSpPr/>
          <p:nvPr/>
        </p:nvSpPr>
        <p:spPr>
          <a:xfrm>
            <a:off x="6531432" y="4226765"/>
            <a:ext cx="2220685" cy="55050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B87492-50ED-214D-F01E-344D2A77CD40}"/>
              </a:ext>
            </a:extLst>
          </p:cNvPr>
          <p:cNvSpPr txBox="1"/>
          <p:nvPr/>
        </p:nvSpPr>
        <p:spPr>
          <a:xfrm>
            <a:off x="5162090" y="3075057"/>
            <a:ext cx="18678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solidFill>
                  <a:schemeClr val="accent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Design</a:t>
            </a:r>
            <a:endParaRPr lang="ko-KR" altLang="en-US" sz="4000" dirty="0">
              <a:solidFill>
                <a:schemeClr val="accent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52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0CAF-5F9A-E19E-6C93-8C00F411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A874101-67A5-94AA-C7F7-8C58F5D9BFAA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1B983D-44CF-ACD8-7351-5C0D95D1D800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C816C8-EE8F-BC32-78C6-FFADA997CE0B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5658A53-698C-7BC3-5FFE-D8A47453300E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21B6765-FBC1-8D3A-91DF-B80DC70721CC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459B340-BB60-6F6A-994F-6765EB87DA2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D1DF3FB-866F-F626-166A-34F34969CC03}"/>
              </a:ext>
            </a:extLst>
          </p:cNvPr>
          <p:cNvSpPr txBox="1"/>
          <p:nvPr/>
        </p:nvSpPr>
        <p:spPr>
          <a:xfrm>
            <a:off x="0" y="0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회원가입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6E11BD-A8D6-989B-7E12-0E3EF3B6DF22}"/>
              </a:ext>
            </a:extLst>
          </p:cNvPr>
          <p:cNvSpPr/>
          <p:nvPr/>
        </p:nvSpPr>
        <p:spPr>
          <a:xfrm>
            <a:off x="4663441" y="2158474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86E0E-239B-B2EC-CC0B-3089965291F8}"/>
              </a:ext>
            </a:extLst>
          </p:cNvPr>
          <p:cNvSpPr txBox="1"/>
          <p:nvPr/>
        </p:nvSpPr>
        <p:spPr>
          <a:xfrm>
            <a:off x="3993065" y="2158474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email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983ED2-798C-F611-4B74-D4E3F87F368F}"/>
              </a:ext>
            </a:extLst>
          </p:cNvPr>
          <p:cNvSpPr/>
          <p:nvPr/>
        </p:nvSpPr>
        <p:spPr>
          <a:xfrm>
            <a:off x="4663441" y="2665437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BBF69B-9167-140A-E658-B8519B31EF20}"/>
              </a:ext>
            </a:extLst>
          </p:cNvPr>
          <p:cNvSpPr txBox="1"/>
          <p:nvPr/>
        </p:nvSpPr>
        <p:spPr>
          <a:xfrm>
            <a:off x="3632390" y="266543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password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3DF4CA-95A0-F17E-F6B2-0C13F798A4BC}"/>
              </a:ext>
            </a:extLst>
          </p:cNvPr>
          <p:cNvSpPr/>
          <p:nvPr/>
        </p:nvSpPr>
        <p:spPr>
          <a:xfrm>
            <a:off x="4663441" y="3222165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08C0-559B-736E-7FA0-5EA563348E7F}"/>
              </a:ext>
            </a:extLst>
          </p:cNvPr>
          <p:cNvSpPr txBox="1"/>
          <p:nvPr/>
        </p:nvSpPr>
        <p:spPr>
          <a:xfrm>
            <a:off x="3626778" y="3222165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nickname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3FF64-7B39-B930-6DF8-579A9F88A390}"/>
              </a:ext>
            </a:extLst>
          </p:cNvPr>
          <p:cNvSpPr txBox="1"/>
          <p:nvPr/>
        </p:nvSpPr>
        <p:spPr>
          <a:xfrm>
            <a:off x="3452853" y="3778893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school level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22B572-7BBF-70CE-7890-7B9D5E844A02}"/>
              </a:ext>
            </a:extLst>
          </p:cNvPr>
          <p:cNvSpPr/>
          <p:nvPr/>
        </p:nvSpPr>
        <p:spPr>
          <a:xfrm>
            <a:off x="4663441" y="3778893"/>
            <a:ext cx="1390260" cy="38566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중학교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128EE6-38FD-8319-E15A-7BAE7CCE0994}"/>
              </a:ext>
            </a:extLst>
          </p:cNvPr>
          <p:cNvSpPr/>
          <p:nvPr/>
        </p:nvSpPr>
        <p:spPr>
          <a:xfrm>
            <a:off x="6286969" y="3778893"/>
            <a:ext cx="1390260" cy="38566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고등학교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61A370E-85B3-A8AF-5749-239F646F5F33}"/>
              </a:ext>
            </a:extLst>
          </p:cNvPr>
          <p:cNvSpPr/>
          <p:nvPr/>
        </p:nvSpPr>
        <p:spPr>
          <a:xfrm>
            <a:off x="3993065" y="5029058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취소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B69053B-1CB5-55A4-008A-4264B21FBB6D}"/>
              </a:ext>
            </a:extLst>
          </p:cNvPr>
          <p:cNvSpPr/>
          <p:nvPr/>
        </p:nvSpPr>
        <p:spPr>
          <a:xfrm>
            <a:off x="6413177" y="5029058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93389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97FE-2126-F057-3ED6-24DD83310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A7CC688-742D-1879-D4BA-5B2135DC8E9C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0404FB5-5A52-8B9C-3168-B4D82486A487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832C1-6075-1348-0884-C7083AF96764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2E66719-8A72-59D6-2D33-117C358E5C98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907129B2-9A29-7101-BA0D-1DBBCCCAB7D4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249362C4-DE28-E794-9AE2-80B339B0FA7E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D5925C-B550-1D90-E448-65F4FE50068A}"/>
              </a:ext>
            </a:extLst>
          </p:cNvPr>
          <p:cNvSpPr txBox="1"/>
          <p:nvPr/>
        </p:nvSpPr>
        <p:spPr>
          <a:xfrm>
            <a:off x="0" y="0"/>
            <a:ext cx="17475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일반사용자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306639-6DEC-22AC-055C-25D8E1BF4994}"/>
              </a:ext>
            </a:extLst>
          </p:cNvPr>
          <p:cNvSpPr/>
          <p:nvPr/>
        </p:nvSpPr>
        <p:spPr>
          <a:xfrm>
            <a:off x="4794462" y="3554754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1A052-D0D6-EAFD-0BB0-BD5798E7550B}"/>
              </a:ext>
            </a:extLst>
          </p:cNvPr>
          <p:cNvSpPr txBox="1"/>
          <p:nvPr/>
        </p:nvSpPr>
        <p:spPr>
          <a:xfrm>
            <a:off x="4124086" y="3554754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email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73EC57-2ACE-7CA7-328E-2AAA0225B1A8}"/>
              </a:ext>
            </a:extLst>
          </p:cNvPr>
          <p:cNvSpPr/>
          <p:nvPr/>
        </p:nvSpPr>
        <p:spPr>
          <a:xfrm>
            <a:off x="4794462" y="4061717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069ACB-31F0-F32C-AC10-6BFFD69C509B}"/>
              </a:ext>
            </a:extLst>
          </p:cNvPr>
          <p:cNvSpPr txBox="1"/>
          <p:nvPr/>
        </p:nvSpPr>
        <p:spPr>
          <a:xfrm>
            <a:off x="3763411" y="406171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password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C6FB61C-CA9F-478D-A8B9-A4D2F5C3AFD6}"/>
              </a:ext>
            </a:extLst>
          </p:cNvPr>
          <p:cNvSpPr/>
          <p:nvPr/>
        </p:nvSpPr>
        <p:spPr>
          <a:xfrm>
            <a:off x="4050934" y="4756782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취소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424E90D-85BB-8579-D891-0947236413EF}"/>
              </a:ext>
            </a:extLst>
          </p:cNvPr>
          <p:cNvSpPr/>
          <p:nvPr/>
        </p:nvSpPr>
        <p:spPr>
          <a:xfrm>
            <a:off x="6471046" y="4756782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3E2A9E7-C772-779F-22DA-8E92DCA9A059}"/>
              </a:ext>
            </a:extLst>
          </p:cNvPr>
          <p:cNvSpPr/>
          <p:nvPr/>
        </p:nvSpPr>
        <p:spPr>
          <a:xfrm>
            <a:off x="5199888" y="5456574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관리자 로그인</a:t>
            </a:r>
          </a:p>
        </p:txBody>
      </p:sp>
    </p:spTree>
    <p:extLst>
      <p:ext uri="{BB962C8B-B14F-4D97-AF65-F5344CB8AC3E}">
        <p14:creationId xmlns:p14="http://schemas.microsoft.com/office/powerpoint/2010/main" val="312121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36FC-5524-C7A4-2D8E-61D38857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0A1D1A4-58B2-FE51-4F80-BF7C3A17F97F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0BCE6-BDED-116A-03C1-3E3077794906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B20C3B-A8A2-3B03-A17C-F70A708F72E8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4F3445-13BE-2051-89F7-ED31AF1F86B7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F34BFCF-7433-259E-55D0-452113649E3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C227B6E-681F-CD83-03EB-221F1C3836E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331BB4E-5F4F-D8F8-DFA3-EE7210B70158}"/>
              </a:ext>
            </a:extLst>
          </p:cNvPr>
          <p:cNvSpPr txBox="1"/>
          <p:nvPr/>
        </p:nvSpPr>
        <p:spPr>
          <a:xfrm>
            <a:off x="0" y="0"/>
            <a:ext cx="1487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관리자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01922D-1361-E311-AB8F-3019A94A9E68}"/>
              </a:ext>
            </a:extLst>
          </p:cNvPr>
          <p:cNvSpPr/>
          <p:nvPr/>
        </p:nvSpPr>
        <p:spPr>
          <a:xfrm>
            <a:off x="4794462" y="3554754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AA350-5C33-911D-FED1-3FA25DD44B90}"/>
              </a:ext>
            </a:extLst>
          </p:cNvPr>
          <p:cNvSpPr txBox="1"/>
          <p:nvPr/>
        </p:nvSpPr>
        <p:spPr>
          <a:xfrm>
            <a:off x="4124086" y="3554754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email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51007B-94E4-287D-29C5-25BAC3A898A6}"/>
              </a:ext>
            </a:extLst>
          </p:cNvPr>
          <p:cNvSpPr/>
          <p:nvPr/>
        </p:nvSpPr>
        <p:spPr>
          <a:xfrm>
            <a:off x="4794462" y="4061717"/>
            <a:ext cx="3013788" cy="2612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4BE60-F6D4-BF4B-AFD3-5D14D62D257F}"/>
              </a:ext>
            </a:extLst>
          </p:cNvPr>
          <p:cNvSpPr txBox="1"/>
          <p:nvPr/>
        </p:nvSpPr>
        <p:spPr>
          <a:xfrm>
            <a:off x="3763411" y="406171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password</a:t>
            </a:r>
            <a:endParaRPr lang="ko-KR" altLang="en-US" sz="14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47642D8-D6CF-F66C-71A7-42B6C76A360C}"/>
              </a:ext>
            </a:extLst>
          </p:cNvPr>
          <p:cNvSpPr/>
          <p:nvPr/>
        </p:nvSpPr>
        <p:spPr>
          <a:xfrm>
            <a:off x="4050934" y="4756782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취소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3D3570-F829-3D44-B4DD-EA85DCF7F353}"/>
              </a:ext>
            </a:extLst>
          </p:cNvPr>
          <p:cNvSpPr/>
          <p:nvPr/>
        </p:nvSpPr>
        <p:spPr>
          <a:xfrm>
            <a:off x="6471046" y="4756782"/>
            <a:ext cx="1792224" cy="38565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382762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7123-8AD6-9892-AA6F-7D789E3B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E39EC11-A452-5155-7BF7-3FF5522384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1502DA-76B4-BA31-CF5F-532AD3942769}"/>
              </a:ext>
            </a:extLst>
          </p:cNvPr>
          <p:cNvSpPr txBox="1"/>
          <p:nvPr/>
        </p:nvSpPr>
        <p:spPr>
          <a:xfrm>
            <a:off x="4238761" y="3075057"/>
            <a:ext cx="37144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 후 페이지</a:t>
            </a:r>
            <a:br>
              <a:rPr lang="en-US" altLang="ko-KR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</a:br>
            <a:r>
              <a:rPr lang="en-US" altLang="ko-KR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중학생 기준</a:t>
            </a:r>
            <a:r>
              <a:rPr lang="en-US" altLang="ko-KR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4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01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A5A3B-95B2-C1F5-6E3A-C6799F64F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DC5B7F-A95D-D153-D8C9-28ECBD352691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4507BE2-9D7A-DF4A-A456-59A5A9DA6A32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AFB4A6F-F19D-1E96-9C1C-23C20A00D01D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356F82-6AC5-5312-E6AD-F4D913056449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A81458-75D7-00AC-ECC9-078B53AE0E5B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A5073F2-8600-A7B9-41E8-8236E638D325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57129FA-B5DF-1648-AB6A-989CF2D911DF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7A34583-9F1B-0105-A485-38B99FA9C9D0}"/>
              </a:ext>
            </a:extLst>
          </p:cNvPr>
          <p:cNvSpPr txBox="1"/>
          <p:nvPr/>
        </p:nvSpPr>
        <p:spPr>
          <a:xfrm>
            <a:off x="0" y="0"/>
            <a:ext cx="1157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대시보드 페이지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487F11F-A2D1-DF85-1499-E12E72EB3FF8}"/>
              </a:ext>
            </a:extLst>
          </p:cNvPr>
          <p:cNvSpPr/>
          <p:nvPr/>
        </p:nvSpPr>
        <p:spPr>
          <a:xfrm>
            <a:off x="324504" y="1048290"/>
            <a:ext cx="5771496" cy="25472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46EBDFA-25A2-FE96-7522-C509888A0227}"/>
              </a:ext>
            </a:extLst>
          </p:cNvPr>
          <p:cNvSpPr/>
          <p:nvPr/>
        </p:nvSpPr>
        <p:spPr>
          <a:xfrm>
            <a:off x="324504" y="4001432"/>
            <a:ext cx="2728684" cy="272920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BA6533E-37FE-9F3D-C6BC-80A05A856B51}"/>
              </a:ext>
            </a:extLst>
          </p:cNvPr>
          <p:cNvSpPr/>
          <p:nvPr/>
        </p:nvSpPr>
        <p:spPr>
          <a:xfrm>
            <a:off x="3367316" y="4001433"/>
            <a:ext cx="2728684" cy="272920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4011AE2-3E9C-201B-6445-85926379DE89}"/>
              </a:ext>
            </a:extLst>
          </p:cNvPr>
          <p:cNvSpPr/>
          <p:nvPr/>
        </p:nvSpPr>
        <p:spPr>
          <a:xfrm>
            <a:off x="6226629" y="587827"/>
            <a:ext cx="5879328" cy="447869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Calendar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78B91B9-0908-DEC7-9F71-550B0F0FB837}"/>
              </a:ext>
            </a:extLst>
          </p:cNvPr>
          <p:cNvSpPr/>
          <p:nvPr/>
        </p:nvSpPr>
        <p:spPr>
          <a:xfrm>
            <a:off x="6226629" y="5153414"/>
            <a:ext cx="5879328" cy="157722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To-do list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BBE79F-82BC-24F8-9A80-A8C6BA35AA1F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3E73084-7749-969C-1D94-D4BC3355BEBE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E8E035-685B-F987-47AB-3C438431A0C6}"/>
              </a:ext>
            </a:extLst>
          </p:cNvPr>
          <p:cNvSpPr txBox="1"/>
          <p:nvPr/>
        </p:nvSpPr>
        <p:spPr>
          <a:xfrm>
            <a:off x="324504" y="112795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내신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0CE41-ADD4-9EA7-9DC1-F6F629FAC311}"/>
              </a:ext>
            </a:extLst>
          </p:cNvPr>
          <p:cNvSpPr txBox="1"/>
          <p:nvPr/>
        </p:nvSpPr>
        <p:spPr>
          <a:xfrm>
            <a:off x="432973" y="409069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E9BE74-8D43-B039-E254-E4001CAE0B78}"/>
              </a:ext>
            </a:extLst>
          </p:cNvPr>
          <p:cNvSpPr txBox="1"/>
          <p:nvPr/>
        </p:nvSpPr>
        <p:spPr>
          <a:xfrm>
            <a:off x="3451506" y="4090685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맞춤전략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D5EB5-21AD-F8BF-0CCC-A26B77DFFF0D}"/>
              </a:ext>
            </a:extLst>
          </p:cNvPr>
          <p:cNvSpPr txBox="1"/>
          <p:nvPr/>
        </p:nvSpPr>
        <p:spPr>
          <a:xfrm>
            <a:off x="63318" y="45810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대시보드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59311C-C7CD-5575-F5FB-149806FB869A}"/>
              </a:ext>
            </a:extLst>
          </p:cNvPr>
          <p:cNvSpPr txBox="1"/>
          <p:nvPr/>
        </p:nvSpPr>
        <p:spPr>
          <a:xfrm>
            <a:off x="240489" y="786514"/>
            <a:ext cx="3172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성적 요약</a:t>
            </a:r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일정</a:t>
            </a:r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 결과를 한눈에 확인하세요</a:t>
            </a:r>
          </a:p>
        </p:txBody>
      </p:sp>
    </p:spTree>
    <p:extLst>
      <p:ext uri="{BB962C8B-B14F-4D97-AF65-F5344CB8AC3E}">
        <p14:creationId xmlns:p14="http://schemas.microsoft.com/office/powerpoint/2010/main" val="174397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8B80-E2A1-BEB0-23A9-6855DBF3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F176CE5-A2D6-5BD5-8E5A-C2F6E3439FF5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F666DC-3F7D-5BAC-28AB-1E7EDA8C1FF9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1D0D53-9115-F228-6278-DDD7A18B4241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670E17E-93AE-4A95-86AE-8B24A5AD3F4B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73E4B7E-C771-EB42-85C0-4D3F87D3AF7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63659C0-35DA-5FE5-62C4-E348C4F8A970}"/>
              </a:ext>
            </a:extLst>
          </p:cNvPr>
          <p:cNvSpPr txBox="1"/>
          <p:nvPr/>
        </p:nvSpPr>
        <p:spPr>
          <a:xfrm>
            <a:off x="0" y="0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내신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579018-BE5D-837B-8C2C-09889472A30C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7CB0AFF-7AFE-2885-DAB8-2266F0F7A7B9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DA0BD6-CF63-D60B-081D-A4757C7AC2B3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9E35DB6-1592-0C5C-84D9-3F1B2706E9D2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5CD7E1F-876C-5D1F-2443-719D44DBA31A}"/>
              </a:ext>
            </a:extLst>
          </p:cNvPr>
          <p:cNvSpPr/>
          <p:nvPr/>
        </p:nvSpPr>
        <p:spPr>
          <a:xfrm>
            <a:off x="146982" y="590512"/>
            <a:ext cx="1437921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학기 선택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C31551B-09E9-9B04-4A6C-BBE32D9C4CEC}"/>
              </a:ext>
            </a:extLst>
          </p:cNvPr>
          <p:cNvSpPr/>
          <p:nvPr/>
        </p:nvSpPr>
        <p:spPr>
          <a:xfrm>
            <a:off x="1843174" y="590512"/>
            <a:ext cx="1565044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????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년 </a:t>
            </a:r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D686AF4-3291-E90A-3321-B239D392F76A}"/>
              </a:ext>
            </a:extLst>
          </p:cNvPr>
          <p:cNvSpPr/>
          <p:nvPr/>
        </p:nvSpPr>
        <p:spPr>
          <a:xfrm>
            <a:off x="10522885" y="590512"/>
            <a:ext cx="1437921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학기 추가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EA12F81-348C-AB99-9C00-15CD8A5E2270}"/>
              </a:ext>
            </a:extLst>
          </p:cNvPr>
          <p:cNvGrpSpPr/>
          <p:nvPr/>
        </p:nvGrpSpPr>
        <p:grpSpPr>
          <a:xfrm>
            <a:off x="146982" y="1725070"/>
            <a:ext cx="2465589" cy="1294410"/>
            <a:chOff x="146982" y="1092530"/>
            <a:chExt cx="3261236" cy="233647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0730503-0B8F-F909-6236-5355FD202193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A9DC32-FA6C-EAC1-55AF-14ADEBEBDD36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2434664-52C1-6630-F202-EC600B17E540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2DCC54F-D266-C2C4-EB1E-8BC577B2EFD2}"/>
              </a:ext>
            </a:extLst>
          </p:cNvPr>
          <p:cNvGrpSpPr/>
          <p:nvPr/>
        </p:nvGrpSpPr>
        <p:grpSpPr>
          <a:xfrm>
            <a:off x="3136089" y="1725070"/>
            <a:ext cx="2465589" cy="1294410"/>
            <a:chOff x="146982" y="1092530"/>
            <a:chExt cx="3261236" cy="233647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CBDED68-F79F-3DEC-D91F-8D49FA35B353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662361-3DC5-27B8-5EB9-B8C3DE82CCF8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AFB84EFC-FC42-4A30-64D5-5A6B25B84A9C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447F702-AB7D-B612-A16D-EE3C821640B7}"/>
              </a:ext>
            </a:extLst>
          </p:cNvPr>
          <p:cNvGrpSpPr/>
          <p:nvPr/>
        </p:nvGrpSpPr>
        <p:grpSpPr>
          <a:xfrm>
            <a:off x="6125196" y="1725070"/>
            <a:ext cx="2465589" cy="1294410"/>
            <a:chOff x="146982" y="1092530"/>
            <a:chExt cx="3261236" cy="233647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351C8F14-2E43-2FEF-5C3A-C9AF1C421248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FFE4FC1-40E8-8C7C-16C1-77D051D18F04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D2337F23-F44B-60BB-DE9C-9A72A8A6E9DE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3A75E58-949A-544E-7C4B-5BD3F271D55A}"/>
              </a:ext>
            </a:extLst>
          </p:cNvPr>
          <p:cNvGrpSpPr/>
          <p:nvPr/>
        </p:nvGrpSpPr>
        <p:grpSpPr>
          <a:xfrm>
            <a:off x="9114303" y="1725070"/>
            <a:ext cx="2465589" cy="1294410"/>
            <a:chOff x="146982" y="1092530"/>
            <a:chExt cx="3261236" cy="233647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5142E099-FF2F-6B6F-7D5B-2A5D878B7A2B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4AE7A3F-AAA3-6E75-EF84-E319724E325A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17F0AF30-D458-777F-17C4-3055D4D88BE9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A8872DD-2D29-3BC7-EFCC-2CB6D167453B}"/>
              </a:ext>
            </a:extLst>
          </p:cNvPr>
          <p:cNvGrpSpPr/>
          <p:nvPr/>
        </p:nvGrpSpPr>
        <p:grpSpPr>
          <a:xfrm>
            <a:off x="146982" y="3414334"/>
            <a:ext cx="2465589" cy="1294410"/>
            <a:chOff x="146982" y="1092530"/>
            <a:chExt cx="3261236" cy="2336470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1AF70563-2FDE-AFF5-DF76-BC58D8E2561B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B5B29B-3DB8-DE87-8369-AA39F20136BA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A662B525-DB39-483D-B734-DCF284FE4B46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E26F501-D14D-35C2-BCAD-42C030A04E54}"/>
              </a:ext>
            </a:extLst>
          </p:cNvPr>
          <p:cNvGrpSpPr/>
          <p:nvPr/>
        </p:nvGrpSpPr>
        <p:grpSpPr>
          <a:xfrm>
            <a:off x="3136089" y="3414334"/>
            <a:ext cx="2465589" cy="1294410"/>
            <a:chOff x="146982" y="1092530"/>
            <a:chExt cx="3261236" cy="2336470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B721B435-D919-8553-E32B-774CA389B65D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3FEF206-99F5-9086-12E2-8AAB30C4757A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0AFE4505-F91A-53E7-AD29-1DAA84D51EFF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073EA43-3ACA-DCCF-34D7-73D42541629D}"/>
              </a:ext>
            </a:extLst>
          </p:cNvPr>
          <p:cNvGrpSpPr/>
          <p:nvPr/>
        </p:nvGrpSpPr>
        <p:grpSpPr>
          <a:xfrm>
            <a:off x="6125196" y="3414334"/>
            <a:ext cx="2465589" cy="1294410"/>
            <a:chOff x="146982" y="1092530"/>
            <a:chExt cx="3261236" cy="233647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0D8DD21-0D2F-9522-A114-97168680497D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E5CE550-7D27-6A33-CB34-CABC585F5EF9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BAA9AC88-246D-FA60-547E-59C641D5AD7D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30241664-D87D-28D1-2D4C-3CB8B1DC89B9}"/>
              </a:ext>
            </a:extLst>
          </p:cNvPr>
          <p:cNvGrpSpPr/>
          <p:nvPr/>
        </p:nvGrpSpPr>
        <p:grpSpPr>
          <a:xfrm>
            <a:off x="9114303" y="3414334"/>
            <a:ext cx="2465589" cy="1294410"/>
            <a:chOff x="146982" y="1092530"/>
            <a:chExt cx="3261236" cy="2336470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EFF0C857-B53B-562A-D157-5E873E9D6784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98007CD-568C-1BE1-83F0-AF6AB223DD04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C6456FA5-8EEC-8FFE-7A8D-E01E7A76C20E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26F8A6D-4BDA-F825-7574-7EB3B7C23084}"/>
              </a:ext>
            </a:extLst>
          </p:cNvPr>
          <p:cNvGrpSpPr/>
          <p:nvPr/>
        </p:nvGrpSpPr>
        <p:grpSpPr>
          <a:xfrm>
            <a:off x="146982" y="4973078"/>
            <a:ext cx="2465589" cy="1294410"/>
            <a:chOff x="146982" y="1092530"/>
            <a:chExt cx="3261236" cy="2336470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B1A8C243-BAFF-4009-ABAC-89B709474FFC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395E337-9E11-F689-3DC5-CA39F246101E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8E5FC453-790F-92DD-2F48-52B2E81F2E49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81415C92-451F-5293-6875-863BBB881AD4}"/>
              </a:ext>
            </a:extLst>
          </p:cNvPr>
          <p:cNvGrpSpPr/>
          <p:nvPr/>
        </p:nvGrpSpPr>
        <p:grpSpPr>
          <a:xfrm>
            <a:off x="3136089" y="4973078"/>
            <a:ext cx="2465589" cy="1294410"/>
            <a:chOff x="146982" y="1092530"/>
            <a:chExt cx="3261236" cy="2336470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167C9EB0-64C1-7123-92C5-DF2E759D58B9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EE42777-4C2F-5531-FA89-360EEE95095E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94BEED5A-60E3-1C88-4263-4F2EE71178FB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89112CF-F90D-A535-7630-4BC71A5A6CDF}"/>
              </a:ext>
            </a:extLst>
          </p:cNvPr>
          <p:cNvCxnSpPr/>
          <p:nvPr/>
        </p:nvCxnSpPr>
        <p:spPr>
          <a:xfrm>
            <a:off x="146982" y="997527"/>
            <a:ext cx="117215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9D870FA4-1399-53C6-DE69-E0795308D65F}"/>
              </a:ext>
            </a:extLst>
          </p:cNvPr>
          <p:cNvSpPr/>
          <p:nvPr/>
        </p:nvSpPr>
        <p:spPr>
          <a:xfrm>
            <a:off x="10522884" y="1165836"/>
            <a:ext cx="1437921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과목 추가</a:t>
            </a:r>
          </a:p>
        </p:txBody>
      </p:sp>
    </p:spTree>
    <p:extLst>
      <p:ext uri="{BB962C8B-B14F-4D97-AF65-F5344CB8AC3E}">
        <p14:creationId xmlns:p14="http://schemas.microsoft.com/office/powerpoint/2010/main" val="399314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1F2B-9366-242B-B2E0-A8C4241B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D795CA2-17FF-1F63-F395-5C6D6719CE74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0FFFFE-DE43-206E-6BA7-E666A90FE4AD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EB5F18A-2890-D427-BDB9-31D17A7D81D7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E9A29AE-965B-F429-280C-B9CCFC45CBFC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D3EACA2-2513-0B7B-1F7E-45747218A42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40E76D-F241-C2A1-68B7-8DDF913DDC19}"/>
              </a:ext>
            </a:extLst>
          </p:cNvPr>
          <p:cNvSpPr txBox="1"/>
          <p:nvPr/>
        </p:nvSpPr>
        <p:spPr>
          <a:xfrm>
            <a:off x="0" y="0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 홈 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B9053E-8A80-8904-1ACE-FFC3F45B40DD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98D0B9A-86DF-FACC-E52B-34019BC06B39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18B165-1EC1-DB75-7AA5-376EF3E037ED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F9E5DD0-3ED7-7470-A9CC-03D5BA01ED9E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1B221-8834-2F51-A176-B50D1932D6C1}"/>
              </a:ext>
            </a:extLst>
          </p:cNvPr>
          <p:cNvSpPr txBox="1"/>
          <p:nvPr/>
        </p:nvSpPr>
        <p:spPr>
          <a:xfrm>
            <a:off x="32060" y="515606"/>
            <a:ext cx="1319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532BB0-25DE-8035-CC31-CAE2D0765C5E}"/>
              </a:ext>
            </a:extLst>
          </p:cNvPr>
          <p:cNvSpPr txBox="1"/>
          <p:nvPr/>
        </p:nvSpPr>
        <p:spPr>
          <a:xfrm>
            <a:off x="1211283" y="823382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????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년 </a:t>
            </a:r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5337ED2-BF07-36E9-E876-9A19D32D4EEF}"/>
              </a:ext>
            </a:extLst>
          </p:cNvPr>
          <p:cNvCxnSpPr/>
          <p:nvPr/>
        </p:nvCxnSpPr>
        <p:spPr>
          <a:xfrm>
            <a:off x="906483" y="3694192"/>
            <a:ext cx="101171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1CE2681-D6B9-AFC3-79D0-E75B61212D10}"/>
              </a:ext>
            </a:extLst>
          </p:cNvPr>
          <p:cNvCxnSpPr/>
          <p:nvPr/>
        </p:nvCxnSpPr>
        <p:spPr>
          <a:xfrm>
            <a:off x="7978587" y="1097038"/>
            <a:ext cx="0" cy="5156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D8D1A76-53AF-2212-E481-E3B43F3008EC}"/>
              </a:ext>
            </a:extLst>
          </p:cNvPr>
          <p:cNvCxnSpPr/>
          <p:nvPr/>
        </p:nvCxnSpPr>
        <p:spPr>
          <a:xfrm>
            <a:off x="2680446" y="1097038"/>
            <a:ext cx="0" cy="5156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F208EE-8819-62E2-BB44-206BC481096C}"/>
              </a:ext>
            </a:extLst>
          </p:cNvPr>
          <p:cNvSpPr txBox="1"/>
          <p:nvPr/>
        </p:nvSpPr>
        <p:spPr>
          <a:xfrm>
            <a:off x="2978190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중간고사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8FBED-670E-B8CF-459A-3E76D0DE5FB3}"/>
              </a:ext>
            </a:extLst>
          </p:cNvPr>
          <p:cNvSpPr txBox="1"/>
          <p:nvPr/>
        </p:nvSpPr>
        <p:spPr>
          <a:xfrm>
            <a:off x="6407190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기말고사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EC3E87-26E7-F3E8-0090-318115E22D1E}"/>
              </a:ext>
            </a:extLst>
          </p:cNvPr>
          <p:cNvSpPr txBox="1"/>
          <p:nvPr/>
        </p:nvSpPr>
        <p:spPr>
          <a:xfrm>
            <a:off x="4692690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수행평가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5BF448-4DB9-C10E-F39C-7A14E68F589A}"/>
              </a:ext>
            </a:extLst>
          </p:cNvPr>
          <p:cNvSpPr txBox="1"/>
          <p:nvPr/>
        </p:nvSpPr>
        <p:spPr>
          <a:xfrm>
            <a:off x="1277939" y="427497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점수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6ED016-4067-6CFF-5C94-63516D6F7F28}"/>
              </a:ext>
            </a:extLst>
          </p:cNvPr>
          <p:cNvSpPr txBox="1"/>
          <p:nvPr/>
        </p:nvSpPr>
        <p:spPr>
          <a:xfrm>
            <a:off x="1039891" y="4874423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반영 비율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A53F80-8762-556A-8319-EC6F1385998B}"/>
              </a:ext>
            </a:extLst>
          </p:cNvPr>
          <p:cNvSpPr txBox="1"/>
          <p:nvPr/>
        </p:nvSpPr>
        <p:spPr>
          <a:xfrm>
            <a:off x="9057809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목표점수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568FE3-D684-73B2-7E50-F441C4829ECF}"/>
              </a:ext>
            </a:extLst>
          </p:cNvPr>
          <p:cNvSpPr txBox="1"/>
          <p:nvPr/>
        </p:nvSpPr>
        <p:spPr>
          <a:xfrm>
            <a:off x="1039890" y="5473869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반영 점수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2AE952-EB6C-ECCA-6C64-88ACB41E23C9}"/>
              </a:ext>
            </a:extLst>
          </p:cNvPr>
          <p:cNvSpPr txBox="1"/>
          <p:nvPr/>
        </p:nvSpPr>
        <p:spPr>
          <a:xfrm>
            <a:off x="4698367" y="210730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막대 그래프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C3D11-7DBF-ACCA-8784-40ABC462EC8A}"/>
              </a:ext>
            </a:extLst>
          </p:cNvPr>
          <p:cNvSpPr txBox="1"/>
          <p:nvPr/>
        </p:nvSpPr>
        <p:spPr>
          <a:xfrm>
            <a:off x="9004909" y="2145544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원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그래프</a:t>
            </a:r>
          </a:p>
        </p:txBody>
      </p:sp>
    </p:spTree>
    <p:extLst>
      <p:ext uri="{BB962C8B-B14F-4D97-AF65-F5344CB8AC3E}">
        <p14:creationId xmlns:p14="http://schemas.microsoft.com/office/powerpoint/2010/main" val="122306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F72E-7C86-BC93-6066-CE470A36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222F14-A0B0-3E22-2321-624CC14F09C2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139F2B-CAB3-B35B-AB3C-110AA45AFB40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763306E-8FA8-B012-8913-BE2FAF3174DC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CAD4A3E-7130-49B6-33F5-7F7FBE10F2A7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476C18F-39D4-1173-1251-89BEBCBE35A7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2CD44A-E9A2-33F2-55C2-CEA53487F518}"/>
              </a:ext>
            </a:extLst>
          </p:cNvPr>
          <p:cNvSpPr txBox="1"/>
          <p:nvPr/>
        </p:nvSpPr>
        <p:spPr>
          <a:xfrm>
            <a:off x="0" y="0"/>
            <a:ext cx="12282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 페이지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전체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11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0C73F2-E36D-D8D9-DAF9-1CDD6CB5ECE9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8435CC1-B7A2-2D38-2EB9-638E2FC425D2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4F470F-013E-7468-BEBF-B6F7C6D1EAB6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C6C6DF1-4394-09B5-C0D6-F35DA60AA3B6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FF2DC20-8F76-C93D-7761-EE6AADCB5D48}"/>
              </a:ext>
            </a:extLst>
          </p:cNvPr>
          <p:cNvSpPr/>
          <p:nvPr/>
        </p:nvSpPr>
        <p:spPr>
          <a:xfrm>
            <a:off x="105747" y="590512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98D06-5CDF-C52B-3F1F-57AF4C5C2EFF}"/>
              </a:ext>
            </a:extLst>
          </p:cNvPr>
          <p:cNvSpPr txBox="1"/>
          <p:nvPr/>
        </p:nvSpPr>
        <p:spPr>
          <a:xfrm>
            <a:off x="233266" y="70948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종합 성적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7645BE-1E9D-8EC0-7C8F-FB21AC3E8433}"/>
              </a:ext>
            </a:extLst>
          </p:cNvPr>
          <p:cNvSpPr txBox="1"/>
          <p:nvPr/>
        </p:nvSpPr>
        <p:spPr>
          <a:xfrm>
            <a:off x="2130491" y="211200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꺾은선 그래프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4E517BC-9BAB-56E3-793A-C1BAF2493FFE}"/>
              </a:ext>
            </a:extLst>
          </p:cNvPr>
          <p:cNvSpPr/>
          <p:nvPr/>
        </p:nvSpPr>
        <p:spPr>
          <a:xfrm>
            <a:off x="6126077" y="590512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77D61-FF72-11E1-A20D-F8D114EE19C3}"/>
              </a:ext>
            </a:extLst>
          </p:cNvPr>
          <p:cNvSpPr txBox="1"/>
          <p:nvPr/>
        </p:nvSpPr>
        <p:spPr>
          <a:xfrm>
            <a:off x="6253596" y="675620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최근 공부 기록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2DD7FAD-3B7F-B97A-9BC5-F499544B5B1B}"/>
              </a:ext>
            </a:extLst>
          </p:cNvPr>
          <p:cNvCxnSpPr>
            <a:cxnSpLocks/>
          </p:cNvCxnSpPr>
          <p:nvPr/>
        </p:nvCxnSpPr>
        <p:spPr>
          <a:xfrm>
            <a:off x="6369194" y="1166679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759040E-03AC-424F-D302-B51DED0E4C10}"/>
              </a:ext>
            </a:extLst>
          </p:cNvPr>
          <p:cNvCxnSpPr>
            <a:cxnSpLocks/>
          </p:cNvCxnSpPr>
          <p:nvPr/>
        </p:nvCxnSpPr>
        <p:spPr>
          <a:xfrm>
            <a:off x="6369194" y="1496361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48AD8D-70A5-E2AE-BE1A-6F0F7A652EEB}"/>
              </a:ext>
            </a:extLst>
          </p:cNvPr>
          <p:cNvSpPr txBox="1"/>
          <p:nvPr/>
        </p:nvSpPr>
        <p:spPr>
          <a:xfrm>
            <a:off x="6330510" y="113277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날짜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681359-16A1-1C25-78B1-AACA9ABBB25F}"/>
              </a:ext>
            </a:extLst>
          </p:cNvPr>
          <p:cNvSpPr txBox="1"/>
          <p:nvPr/>
        </p:nvSpPr>
        <p:spPr>
          <a:xfrm>
            <a:off x="8470631" y="116622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공부 시간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919341-E58B-70F6-2AB9-7ED8704D6817}"/>
              </a:ext>
            </a:extLst>
          </p:cNvPr>
          <p:cNvSpPr txBox="1"/>
          <p:nvPr/>
        </p:nvSpPr>
        <p:spPr>
          <a:xfrm>
            <a:off x="9868801" y="116781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난이도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90D837E-3B56-3642-8B32-D64091B5DC3A}"/>
              </a:ext>
            </a:extLst>
          </p:cNvPr>
          <p:cNvSpPr/>
          <p:nvPr/>
        </p:nvSpPr>
        <p:spPr>
          <a:xfrm>
            <a:off x="105747" y="4121801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269601-29EC-2A5D-5FF6-667E2790BF7E}"/>
              </a:ext>
            </a:extLst>
          </p:cNvPr>
          <p:cNvSpPr txBox="1"/>
          <p:nvPr/>
        </p:nvSpPr>
        <p:spPr>
          <a:xfrm>
            <a:off x="156316" y="426168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학습 피드백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16DB3F-F278-172D-374D-0F3754350B0B}"/>
              </a:ext>
            </a:extLst>
          </p:cNvPr>
          <p:cNvSpPr txBox="1"/>
          <p:nvPr/>
        </p:nvSpPr>
        <p:spPr>
          <a:xfrm>
            <a:off x="10688256" y="116622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집중도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9F6F08-1914-3264-35AF-D2A835664CA9}"/>
              </a:ext>
            </a:extLst>
          </p:cNvPr>
          <p:cNvSpPr txBox="1"/>
          <p:nvPr/>
        </p:nvSpPr>
        <p:spPr>
          <a:xfrm>
            <a:off x="7389580" y="114991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651DCC4-202E-C56B-6F3D-DFEF8503D38B}"/>
              </a:ext>
            </a:extLst>
          </p:cNvPr>
          <p:cNvSpPr/>
          <p:nvPr/>
        </p:nvSpPr>
        <p:spPr>
          <a:xfrm>
            <a:off x="6126077" y="3270310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A0E01D-E8DF-2F3B-A074-A1887F2BFC1B}"/>
              </a:ext>
            </a:extLst>
          </p:cNvPr>
          <p:cNvSpPr txBox="1"/>
          <p:nvPr/>
        </p:nvSpPr>
        <p:spPr>
          <a:xfrm>
            <a:off x="6253596" y="339203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AI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성적 예측</a:t>
            </a:r>
          </a:p>
        </p:txBody>
      </p:sp>
    </p:spTree>
    <p:extLst>
      <p:ext uri="{BB962C8B-B14F-4D97-AF65-F5344CB8AC3E}">
        <p14:creationId xmlns:p14="http://schemas.microsoft.com/office/powerpoint/2010/main" val="43848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1D9D-AFB6-9351-C0D6-46552F3B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CBD82DA-4C79-1D16-08A5-ECA9241028E9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63E455-CE7F-5024-F17E-3791DD48ED96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9DC19A2-041D-F23A-9B43-21ABFE5F59CC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F5FFC442-1EDA-EE02-BC05-90EB8B63983C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F2BA339-A5A9-24BC-2F3E-48492712B9F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3136A3F-CE70-F4D5-F858-A1FD924C7A1B}"/>
              </a:ext>
            </a:extLst>
          </p:cNvPr>
          <p:cNvSpPr txBox="1"/>
          <p:nvPr/>
        </p:nvSpPr>
        <p:spPr>
          <a:xfrm>
            <a:off x="0" y="0"/>
            <a:ext cx="13580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 페이지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과목별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11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81D7BD-8795-DC2F-86AD-AB58395B8B8D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D8BFA87-D155-EADF-00C9-8987EA587B3F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6D2EB7-8679-91E3-D5E8-266A2A311B01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9A0291C-10AB-A312-4DEC-17FC07DB4D88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AC650F-0BB4-D09F-62CA-DFC94DF9B5D6}"/>
              </a:ext>
            </a:extLst>
          </p:cNvPr>
          <p:cNvSpPr/>
          <p:nvPr/>
        </p:nvSpPr>
        <p:spPr>
          <a:xfrm>
            <a:off x="105747" y="590512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C9CCF-C887-270A-64FB-94DE90285551}"/>
              </a:ext>
            </a:extLst>
          </p:cNvPr>
          <p:cNvSpPr txBox="1"/>
          <p:nvPr/>
        </p:nvSpPr>
        <p:spPr>
          <a:xfrm>
            <a:off x="233266" y="70948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 성적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5E021-3753-B900-3C19-2D9AE2844B4E}"/>
              </a:ext>
            </a:extLst>
          </p:cNvPr>
          <p:cNvSpPr txBox="1"/>
          <p:nvPr/>
        </p:nvSpPr>
        <p:spPr>
          <a:xfrm>
            <a:off x="2130491" y="211200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꺾은선 그래프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11D600-6374-5E17-C8F5-73F68ECB99D5}"/>
              </a:ext>
            </a:extLst>
          </p:cNvPr>
          <p:cNvSpPr/>
          <p:nvPr/>
        </p:nvSpPr>
        <p:spPr>
          <a:xfrm>
            <a:off x="6126077" y="590512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239272-51D2-236C-0E08-521D5B232953}"/>
              </a:ext>
            </a:extLst>
          </p:cNvPr>
          <p:cNvSpPr txBox="1"/>
          <p:nvPr/>
        </p:nvSpPr>
        <p:spPr>
          <a:xfrm>
            <a:off x="6253596" y="675620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최근 공부 기록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AD793D8-DB14-39B8-1E18-E92AA10D1D43}"/>
              </a:ext>
            </a:extLst>
          </p:cNvPr>
          <p:cNvCxnSpPr>
            <a:cxnSpLocks/>
          </p:cNvCxnSpPr>
          <p:nvPr/>
        </p:nvCxnSpPr>
        <p:spPr>
          <a:xfrm>
            <a:off x="6369194" y="1166679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9E0910C-7049-3481-C950-BF6EB4A38E58}"/>
              </a:ext>
            </a:extLst>
          </p:cNvPr>
          <p:cNvCxnSpPr>
            <a:cxnSpLocks/>
          </p:cNvCxnSpPr>
          <p:nvPr/>
        </p:nvCxnSpPr>
        <p:spPr>
          <a:xfrm>
            <a:off x="6369194" y="1496361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EA1B7FD-004F-330F-2079-388152722EB8}"/>
              </a:ext>
            </a:extLst>
          </p:cNvPr>
          <p:cNvSpPr txBox="1"/>
          <p:nvPr/>
        </p:nvSpPr>
        <p:spPr>
          <a:xfrm>
            <a:off x="6330510" y="113277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날짜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3ECE5-7F60-05AA-ED11-059950FEA88B}"/>
              </a:ext>
            </a:extLst>
          </p:cNvPr>
          <p:cNvSpPr txBox="1"/>
          <p:nvPr/>
        </p:nvSpPr>
        <p:spPr>
          <a:xfrm>
            <a:off x="8470631" y="116622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공부 시간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7D22FA-2669-61C3-CA77-2BA00CA85631}"/>
              </a:ext>
            </a:extLst>
          </p:cNvPr>
          <p:cNvSpPr txBox="1"/>
          <p:nvPr/>
        </p:nvSpPr>
        <p:spPr>
          <a:xfrm>
            <a:off x="9868801" y="116781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난이도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B87E1E8-8F2E-642B-A29D-6FE3F0DB45BF}"/>
              </a:ext>
            </a:extLst>
          </p:cNvPr>
          <p:cNvSpPr/>
          <p:nvPr/>
        </p:nvSpPr>
        <p:spPr>
          <a:xfrm>
            <a:off x="105747" y="4121801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DFDD1-E1E1-5B70-C8EB-8EC341C132E0}"/>
              </a:ext>
            </a:extLst>
          </p:cNvPr>
          <p:cNvSpPr txBox="1"/>
          <p:nvPr/>
        </p:nvSpPr>
        <p:spPr>
          <a:xfrm>
            <a:off x="156316" y="426168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학습 피드백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C923BB-9E45-F31E-AF27-A7D7A693A07F}"/>
              </a:ext>
            </a:extLst>
          </p:cNvPr>
          <p:cNvSpPr txBox="1"/>
          <p:nvPr/>
        </p:nvSpPr>
        <p:spPr>
          <a:xfrm>
            <a:off x="10688256" y="116622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집중도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EB05A5-435A-1926-779D-FDA86E858DC0}"/>
              </a:ext>
            </a:extLst>
          </p:cNvPr>
          <p:cNvSpPr txBox="1"/>
          <p:nvPr/>
        </p:nvSpPr>
        <p:spPr>
          <a:xfrm>
            <a:off x="7389580" y="114991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E94A459-E323-45F7-6153-C042E67DB5DB}"/>
              </a:ext>
            </a:extLst>
          </p:cNvPr>
          <p:cNvSpPr/>
          <p:nvPr/>
        </p:nvSpPr>
        <p:spPr>
          <a:xfrm>
            <a:off x="6126077" y="3270310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D476CD-A1B4-0652-23AC-2E194111B049}"/>
              </a:ext>
            </a:extLst>
          </p:cNvPr>
          <p:cNvSpPr txBox="1"/>
          <p:nvPr/>
        </p:nvSpPr>
        <p:spPr>
          <a:xfrm>
            <a:off x="6253596" y="339203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AI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성적 예측</a:t>
            </a:r>
          </a:p>
        </p:txBody>
      </p:sp>
    </p:spTree>
    <p:extLst>
      <p:ext uri="{BB962C8B-B14F-4D97-AF65-F5344CB8AC3E}">
        <p14:creationId xmlns:p14="http://schemas.microsoft.com/office/powerpoint/2010/main" val="1103123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0780-4E36-DFC1-0715-2ACE681B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436F1E2-31BB-A421-E861-FDBDC29309C0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DBCFC2-97C4-FD30-8AD7-43002FB9B1D7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0219C3-1B16-6A9A-68F1-486B1BEB4194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4663E1F-24E2-783B-D1CF-5112A7854A1A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8AD280D-8F3A-9D75-35C1-F10BA8EA3A8D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3B3B0A9-E358-FB0A-82EA-A9CC8E483C5E}"/>
              </a:ext>
            </a:extLst>
          </p:cNvPr>
          <p:cNvSpPr txBox="1"/>
          <p:nvPr/>
        </p:nvSpPr>
        <p:spPr>
          <a:xfrm>
            <a:off x="0" y="0"/>
            <a:ext cx="1157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맞춤 전략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B8509-FFAE-23FD-B85F-F021978F6663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6EB4B9-8E7E-2B85-4BC7-E574882CF9AA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573F23-BC6A-A92D-5E99-A7CE8DE83823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E3828A-59FF-3CA0-BC31-BA151E5633F3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0216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F5CE-0FF8-DE36-3D25-EA5E2545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9164240-907C-BE50-CE68-40119D5AD9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9926B-E23B-A47B-FBC8-FE60C12C848B}"/>
              </a:ext>
            </a:extLst>
          </p:cNvPr>
          <p:cNvSpPr txBox="1"/>
          <p:nvPr/>
        </p:nvSpPr>
        <p:spPr>
          <a:xfrm>
            <a:off x="4238761" y="3075057"/>
            <a:ext cx="37144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로그인 후 페이지</a:t>
            </a:r>
            <a:br>
              <a:rPr lang="en-US" altLang="ko-KR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</a:br>
            <a:r>
              <a:rPr lang="en-US" altLang="ko-KR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고등학생 기준</a:t>
            </a:r>
            <a:r>
              <a:rPr lang="en-US" altLang="ko-KR" sz="40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40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23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0A672-FDCB-FD71-9ACD-F9EEFAC4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915E07-40C5-2373-8CA4-DCBF70631D22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B3E6AB8-274D-B136-3111-7EB39F27A1B0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321488F-E511-C431-30BA-402198E6DE76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706ED0-3900-54F8-2CE5-6ACB0392A0E2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E78912E-6E62-B374-A4D1-D2ACE87556F1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FB8F465-122D-8B8C-DBE0-F2AB4B3F658E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4D8D5C03-9DE4-BBDA-90E8-B5C029D0890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CC89997-8E4C-EF95-8B08-C44256A15CED}"/>
              </a:ext>
            </a:extLst>
          </p:cNvPr>
          <p:cNvSpPr txBox="1"/>
          <p:nvPr/>
        </p:nvSpPr>
        <p:spPr>
          <a:xfrm>
            <a:off x="0" y="0"/>
            <a:ext cx="1157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대시보드 페이지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21BAE4A-E7A7-C466-778D-487FEFEFADF6}"/>
              </a:ext>
            </a:extLst>
          </p:cNvPr>
          <p:cNvSpPr/>
          <p:nvPr/>
        </p:nvSpPr>
        <p:spPr>
          <a:xfrm>
            <a:off x="324504" y="1048290"/>
            <a:ext cx="2728685" cy="25472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C7069DD-079D-CDF1-1314-C5D43AA01827}"/>
              </a:ext>
            </a:extLst>
          </p:cNvPr>
          <p:cNvSpPr/>
          <p:nvPr/>
        </p:nvSpPr>
        <p:spPr>
          <a:xfrm>
            <a:off x="3367315" y="1048288"/>
            <a:ext cx="2728685" cy="25472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754618-11B3-C5EA-A72B-AFF3E1EE7136}"/>
              </a:ext>
            </a:extLst>
          </p:cNvPr>
          <p:cNvSpPr/>
          <p:nvPr/>
        </p:nvSpPr>
        <p:spPr>
          <a:xfrm>
            <a:off x="324504" y="4001432"/>
            <a:ext cx="2728684" cy="272920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CC593FF-9DFE-99C6-3D1E-7D399448F6A8}"/>
              </a:ext>
            </a:extLst>
          </p:cNvPr>
          <p:cNvSpPr/>
          <p:nvPr/>
        </p:nvSpPr>
        <p:spPr>
          <a:xfrm>
            <a:off x="3367316" y="4001433"/>
            <a:ext cx="2728684" cy="272920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479DCF-3AAC-ADA0-DDD9-56413E1B6EFF}"/>
              </a:ext>
            </a:extLst>
          </p:cNvPr>
          <p:cNvSpPr/>
          <p:nvPr/>
        </p:nvSpPr>
        <p:spPr>
          <a:xfrm>
            <a:off x="6226629" y="587827"/>
            <a:ext cx="5879328" cy="447869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Calendar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E40F569-6D55-1E09-BFE3-361481573B7C}"/>
              </a:ext>
            </a:extLst>
          </p:cNvPr>
          <p:cNvSpPr/>
          <p:nvPr/>
        </p:nvSpPr>
        <p:spPr>
          <a:xfrm>
            <a:off x="6226629" y="5153414"/>
            <a:ext cx="5879328" cy="157722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To-do list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6B824-DB5F-0704-1968-B6E32A5E1D34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06E450F-7E44-547F-EF75-E2B1EC980586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0DA07-2781-CC78-8B65-66F61D2C88EF}"/>
              </a:ext>
            </a:extLst>
          </p:cNvPr>
          <p:cNvSpPr txBox="1"/>
          <p:nvPr/>
        </p:nvSpPr>
        <p:spPr>
          <a:xfrm>
            <a:off x="324504" y="112795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내신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A83F89-12CA-2FC7-57E1-5FBA53D918FA}"/>
              </a:ext>
            </a:extLst>
          </p:cNvPr>
          <p:cNvSpPr txBox="1"/>
          <p:nvPr/>
        </p:nvSpPr>
        <p:spPr>
          <a:xfrm>
            <a:off x="3367315" y="112795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모의고사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505A04-4950-9AF0-BC51-50BA1DA8E8BB}"/>
              </a:ext>
            </a:extLst>
          </p:cNvPr>
          <p:cNvSpPr txBox="1"/>
          <p:nvPr/>
        </p:nvSpPr>
        <p:spPr>
          <a:xfrm>
            <a:off x="432973" y="409069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32380C-C8BE-0F78-5F23-C041B2CE0DB9}"/>
              </a:ext>
            </a:extLst>
          </p:cNvPr>
          <p:cNvSpPr txBox="1"/>
          <p:nvPr/>
        </p:nvSpPr>
        <p:spPr>
          <a:xfrm>
            <a:off x="3451506" y="4090685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맞춤전략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CCD783-1165-A98F-A69D-06802E54CCA7}"/>
              </a:ext>
            </a:extLst>
          </p:cNvPr>
          <p:cNvSpPr txBox="1"/>
          <p:nvPr/>
        </p:nvSpPr>
        <p:spPr>
          <a:xfrm>
            <a:off x="63318" y="45810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대시보드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CBC1D-3860-3679-5C01-22FCF84C1584}"/>
              </a:ext>
            </a:extLst>
          </p:cNvPr>
          <p:cNvSpPr txBox="1"/>
          <p:nvPr/>
        </p:nvSpPr>
        <p:spPr>
          <a:xfrm>
            <a:off x="240489" y="786514"/>
            <a:ext cx="3172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성적 요약</a:t>
            </a:r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일정</a:t>
            </a:r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 결과를 한눈에 확인하세요</a:t>
            </a:r>
          </a:p>
        </p:txBody>
      </p:sp>
    </p:spTree>
    <p:extLst>
      <p:ext uri="{BB962C8B-B14F-4D97-AF65-F5344CB8AC3E}">
        <p14:creationId xmlns:p14="http://schemas.microsoft.com/office/powerpoint/2010/main" val="1834471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5033A-56BC-C385-B9C5-11E85FE9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7583E76-C3C4-FEBE-3D2D-18788C1E3E22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F67A18-A05C-C8F4-D1E1-C7736E676C52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141952-33D5-9A0D-B636-EC0B3A68B438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2154FC8-9FA4-8B9F-85EF-C06043A7307E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C537701-3D47-04BF-28E1-46C480F7DB50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DD7BC6B-D4AA-3903-4664-875A533DE7D1}"/>
              </a:ext>
            </a:extLst>
          </p:cNvPr>
          <p:cNvSpPr txBox="1"/>
          <p:nvPr/>
        </p:nvSpPr>
        <p:spPr>
          <a:xfrm>
            <a:off x="0" y="0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내신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8F66EF-DD3B-542A-986B-3718602888F9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D9BC8B1-C42F-AC52-4670-27987E6272F2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9200BD-1105-1DA5-B57C-980826D8A3E7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83A3AEE-8B85-E05A-6762-2289AC4C8DE3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CEBC1CF-55CC-A84F-85BE-A390F5C634A3}"/>
              </a:ext>
            </a:extLst>
          </p:cNvPr>
          <p:cNvSpPr/>
          <p:nvPr/>
        </p:nvSpPr>
        <p:spPr>
          <a:xfrm>
            <a:off x="146982" y="590512"/>
            <a:ext cx="1437921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학기 선택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D45B0A-3FC7-927D-76FD-87C5E59C8C8E}"/>
              </a:ext>
            </a:extLst>
          </p:cNvPr>
          <p:cNvSpPr/>
          <p:nvPr/>
        </p:nvSpPr>
        <p:spPr>
          <a:xfrm>
            <a:off x="1843174" y="590512"/>
            <a:ext cx="1565044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????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년 </a:t>
            </a:r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C74EB68-A2FD-4A5B-AFD7-5838612613A0}"/>
              </a:ext>
            </a:extLst>
          </p:cNvPr>
          <p:cNvSpPr/>
          <p:nvPr/>
        </p:nvSpPr>
        <p:spPr>
          <a:xfrm>
            <a:off x="10522885" y="590512"/>
            <a:ext cx="1437921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학기 추가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9AED908-3F4A-6111-ADF1-D8A0710AA18C}"/>
              </a:ext>
            </a:extLst>
          </p:cNvPr>
          <p:cNvGrpSpPr/>
          <p:nvPr/>
        </p:nvGrpSpPr>
        <p:grpSpPr>
          <a:xfrm>
            <a:off x="146982" y="1725070"/>
            <a:ext cx="2465589" cy="1294410"/>
            <a:chOff x="146982" y="1092530"/>
            <a:chExt cx="3261236" cy="233647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E0208D1-BBD3-5CB4-2631-DFBEF440CAE4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3226FAD-8F7B-D674-5FFD-4DEFD4FAEDF2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289C360-DEE0-E5E8-3F45-296F1E71CF4D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F048D3A-D42B-03FD-45E8-8D07E82A91AE}"/>
              </a:ext>
            </a:extLst>
          </p:cNvPr>
          <p:cNvGrpSpPr/>
          <p:nvPr/>
        </p:nvGrpSpPr>
        <p:grpSpPr>
          <a:xfrm>
            <a:off x="3136089" y="1725070"/>
            <a:ext cx="2465589" cy="1294410"/>
            <a:chOff x="146982" y="1092530"/>
            <a:chExt cx="3261236" cy="233647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7D76BD4-F3F6-6D4E-9D4E-734909692A3B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8232116-22C8-FA99-D5E1-0C903E46AE8A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38B605F-1F80-6999-2A0F-1EC912039D0C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08F545E-FC15-DAA0-AA64-672AAFBC07B2}"/>
              </a:ext>
            </a:extLst>
          </p:cNvPr>
          <p:cNvGrpSpPr/>
          <p:nvPr/>
        </p:nvGrpSpPr>
        <p:grpSpPr>
          <a:xfrm>
            <a:off x="6125196" y="1725070"/>
            <a:ext cx="2465589" cy="1294410"/>
            <a:chOff x="146982" y="1092530"/>
            <a:chExt cx="3261236" cy="233647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CAFFDB60-643E-1E5E-8378-4FFD2B278E7E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2A4F80-0F40-91C7-D759-C9230F9EFB82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EFCB8A15-7B7D-CA56-CFE6-96DAEC5D0DA6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6777071-C2E4-54C5-5C7A-81621978BB78}"/>
              </a:ext>
            </a:extLst>
          </p:cNvPr>
          <p:cNvGrpSpPr/>
          <p:nvPr/>
        </p:nvGrpSpPr>
        <p:grpSpPr>
          <a:xfrm>
            <a:off x="9114303" y="1725070"/>
            <a:ext cx="2465589" cy="1294410"/>
            <a:chOff x="146982" y="1092530"/>
            <a:chExt cx="3261236" cy="233647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5466C787-9AA2-A395-D823-7CCBD92A7BDC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C7F1BF-B85D-7B2E-D578-A9576BBE04FD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F6626131-3CD3-C6BD-C042-7030D391161A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74CC7A5-5F25-5643-48D0-6A79F8ADA217}"/>
              </a:ext>
            </a:extLst>
          </p:cNvPr>
          <p:cNvGrpSpPr/>
          <p:nvPr/>
        </p:nvGrpSpPr>
        <p:grpSpPr>
          <a:xfrm>
            <a:off x="146982" y="3414334"/>
            <a:ext cx="2465589" cy="1294410"/>
            <a:chOff x="146982" y="1092530"/>
            <a:chExt cx="3261236" cy="2336470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54E5792-6656-E596-392F-5B49E09B8194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11E5483-7E9D-AD29-011B-4B3AC8228F13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373C6A01-6F4E-5CB0-C936-2AB373ED65C0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E3E8FAB-8E00-C864-EDBE-CC711AA9973D}"/>
              </a:ext>
            </a:extLst>
          </p:cNvPr>
          <p:cNvGrpSpPr/>
          <p:nvPr/>
        </p:nvGrpSpPr>
        <p:grpSpPr>
          <a:xfrm>
            <a:off x="3136089" y="3414334"/>
            <a:ext cx="2465589" cy="1294410"/>
            <a:chOff x="146982" y="1092530"/>
            <a:chExt cx="3261236" cy="2336470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B92E8C8B-FAEA-E7C1-30DA-42B96EFC3621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02239DA-7293-6AAB-E024-C3A0873DC990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8DDC3AC9-7E48-4D75-D62D-B936F4C0F1C0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A21BDBD3-C949-B6FE-C6BE-F33A7871B1E3}"/>
              </a:ext>
            </a:extLst>
          </p:cNvPr>
          <p:cNvGrpSpPr/>
          <p:nvPr/>
        </p:nvGrpSpPr>
        <p:grpSpPr>
          <a:xfrm>
            <a:off x="6125196" y="3414334"/>
            <a:ext cx="2465589" cy="1294410"/>
            <a:chOff x="146982" y="1092530"/>
            <a:chExt cx="3261236" cy="233647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5DEE0DE8-C7C1-CEEF-0D83-700328673C6F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8D423A8-007A-E29C-17BD-125307D6B6E2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4DBD49DD-2812-8871-6F3F-CE174C01B242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7E9B1E2-76C6-44DA-C5E6-EFD7E4C9D7B4}"/>
              </a:ext>
            </a:extLst>
          </p:cNvPr>
          <p:cNvGrpSpPr/>
          <p:nvPr/>
        </p:nvGrpSpPr>
        <p:grpSpPr>
          <a:xfrm>
            <a:off x="9114303" y="3414334"/>
            <a:ext cx="2465589" cy="1294410"/>
            <a:chOff x="146982" y="1092530"/>
            <a:chExt cx="3261236" cy="2336470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201F0682-4CD4-F67B-0A9C-518DB7C8BFC6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452D6A2-5E09-D33F-55C8-22D1DE36BA67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0751D0AA-B5F8-C73C-4E10-705922FAD938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4460891-92FD-7F0D-93A9-F4D86FF1EA42}"/>
              </a:ext>
            </a:extLst>
          </p:cNvPr>
          <p:cNvGrpSpPr/>
          <p:nvPr/>
        </p:nvGrpSpPr>
        <p:grpSpPr>
          <a:xfrm>
            <a:off x="146982" y="4973078"/>
            <a:ext cx="2465589" cy="1294410"/>
            <a:chOff x="146982" y="1092530"/>
            <a:chExt cx="3261236" cy="2336470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3C31DD4A-A23D-2121-D506-0C61E511F5B5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D87D9C-00AD-3FFB-E27D-ACB75478F84E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B69B38C2-2834-A856-4DB6-D17E0E90FBF4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0EA48DA-CD66-B5A1-EEA5-7B579C5E5F42}"/>
              </a:ext>
            </a:extLst>
          </p:cNvPr>
          <p:cNvGrpSpPr/>
          <p:nvPr/>
        </p:nvGrpSpPr>
        <p:grpSpPr>
          <a:xfrm>
            <a:off x="3136089" y="4973078"/>
            <a:ext cx="2465589" cy="1294410"/>
            <a:chOff x="146982" y="1092530"/>
            <a:chExt cx="3261236" cy="2336470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A58BE9CE-D794-A73E-2F1B-1405EB1802C4}"/>
                </a:ext>
              </a:extLst>
            </p:cNvPr>
            <p:cNvSpPr/>
            <p:nvPr/>
          </p:nvSpPr>
          <p:spPr>
            <a:xfrm>
              <a:off x="146982" y="1092530"/>
              <a:ext cx="3261236" cy="23364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BD113B-B3D6-831E-B971-EC7C593C0028}"/>
                </a:ext>
              </a:extLst>
            </p:cNvPr>
            <p:cNvSpPr txBox="1"/>
            <p:nvPr/>
          </p:nvSpPr>
          <p:spPr>
            <a:xfrm>
              <a:off x="1097951" y="1454924"/>
              <a:ext cx="10358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과목명</a:t>
              </a: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FBFD31D-EA06-AD41-BDA9-7B24709C6B83}"/>
                </a:ext>
              </a:extLst>
            </p:cNvPr>
            <p:cNvSpPr/>
            <p:nvPr/>
          </p:nvSpPr>
          <p:spPr>
            <a:xfrm>
              <a:off x="525260" y="2393725"/>
              <a:ext cx="2624447" cy="55814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→ 홈 바로가기</a:t>
              </a:r>
            </a:p>
          </p:txBody>
        </p:sp>
      </p:grp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5CD1A39-990B-6CAC-7F48-84890B7EE525}"/>
              </a:ext>
            </a:extLst>
          </p:cNvPr>
          <p:cNvCxnSpPr/>
          <p:nvPr/>
        </p:nvCxnSpPr>
        <p:spPr>
          <a:xfrm>
            <a:off x="146982" y="997527"/>
            <a:ext cx="117215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ED5294A-26E1-AF96-EFE6-4DB0A6B784C8}"/>
              </a:ext>
            </a:extLst>
          </p:cNvPr>
          <p:cNvSpPr/>
          <p:nvPr/>
        </p:nvSpPr>
        <p:spPr>
          <a:xfrm>
            <a:off x="10522884" y="1165836"/>
            <a:ext cx="1437921" cy="26161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과목 추가</a:t>
            </a:r>
          </a:p>
        </p:txBody>
      </p:sp>
    </p:spTree>
    <p:extLst>
      <p:ext uri="{BB962C8B-B14F-4D97-AF65-F5344CB8AC3E}">
        <p14:creationId xmlns:p14="http://schemas.microsoft.com/office/powerpoint/2010/main" val="1126271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CCE3-0B5F-4A68-1C57-AB38BBD2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965EAAF-55C3-22B1-DB2B-CDB1D9190950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DF990D-2150-99F1-CFD3-D7B6EBA33F09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DAB894-3952-F4A4-A6B6-21F9A28203F8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4FFAA7B-2F1B-2F37-D37B-BCDBA036C51D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CFAA19A-B347-187C-6979-DDE5312E9D1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F6A2239-B8EB-6C13-6B75-EEDA83821C50}"/>
              </a:ext>
            </a:extLst>
          </p:cNvPr>
          <p:cNvSpPr txBox="1"/>
          <p:nvPr/>
        </p:nvSpPr>
        <p:spPr>
          <a:xfrm>
            <a:off x="0" y="0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 홈 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ABDB8E-733B-565B-1549-E6C4121F9DD3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99E7C6E-EDE0-70D6-290E-2D3DEFC0EA55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4822C6-9C2A-B337-2A34-6150048DA362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8E6B0F-07B5-8F62-336C-935F8947D335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16712-0D20-0063-F35D-4FDA6F4600A5}"/>
              </a:ext>
            </a:extLst>
          </p:cNvPr>
          <p:cNvSpPr txBox="1"/>
          <p:nvPr/>
        </p:nvSpPr>
        <p:spPr>
          <a:xfrm>
            <a:off x="32060" y="515606"/>
            <a:ext cx="1319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9E8EF-9044-17CB-1698-EE5EE88EF51C}"/>
              </a:ext>
            </a:extLst>
          </p:cNvPr>
          <p:cNvSpPr txBox="1"/>
          <p:nvPr/>
        </p:nvSpPr>
        <p:spPr>
          <a:xfrm>
            <a:off x="1211283" y="823382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????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년 </a:t>
            </a:r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?</a:t>
            </a:r>
            <a:r>
              <a:rPr lang="ko-KR" altLang="en-US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45D64C4-36E6-265D-B78C-F8EDE8B7752C}"/>
              </a:ext>
            </a:extLst>
          </p:cNvPr>
          <p:cNvCxnSpPr/>
          <p:nvPr/>
        </p:nvCxnSpPr>
        <p:spPr>
          <a:xfrm>
            <a:off x="906483" y="3694192"/>
            <a:ext cx="101171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F0D2C5-9356-4D75-6C9B-913CD2B6C05E}"/>
              </a:ext>
            </a:extLst>
          </p:cNvPr>
          <p:cNvCxnSpPr/>
          <p:nvPr/>
        </p:nvCxnSpPr>
        <p:spPr>
          <a:xfrm>
            <a:off x="7978587" y="1097038"/>
            <a:ext cx="0" cy="5156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5F7FAAE-E765-7C91-9229-E17C69FB59D8}"/>
              </a:ext>
            </a:extLst>
          </p:cNvPr>
          <p:cNvCxnSpPr/>
          <p:nvPr/>
        </p:nvCxnSpPr>
        <p:spPr>
          <a:xfrm>
            <a:off x="2680446" y="1097038"/>
            <a:ext cx="0" cy="5156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ABB435-FAAD-4A6A-1357-359BA8434FB2}"/>
              </a:ext>
            </a:extLst>
          </p:cNvPr>
          <p:cNvSpPr txBox="1"/>
          <p:nvPr/>
        </p:nvSpPr>
        <p:spPr>
          <a:xfrm>
            <a:off x="2978190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중간고사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0F5104-1657-992E-1A10-143544706294}"/>
              </a:ext>
            </a:extLst>
          </p:cNvPr>
          <p:cNvSpPr txBox="1"/>
          <p:nvPr/>
        </p:nvSpPr>
        <p:spPr>
          <a:xfrm>
            <a:off x="6407190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기말고사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AC7A9-D39B-6439-5403-B0DEEBE9F942}"/>
              </a:ext>
            </a:extLst>
          </p:cNvPr>
          <p:cNvSpPr txBox="1"/>
          <p:nvPr/>
        </p:nvSpPr>
        <p:spPr>
          <a:xfrm>
            <a:off x="4692690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수행평가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011DD-BC48-F1B2-E931-E8CAD1C12AB6}"/>
              </a:ext>
            </a:extLst>
          </p:cNvPr>
          <p:cNvSpPr txBox="1"/>
          <p:nvPr/>
        </p:nvSpPr>
        <p:spPr>
          <a:xfrm>
            <a:off x="1277939" y="427497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점수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571B31-0420-AC01-0A6D-9740AC5F4DEC}"/>
              </a:ext>
            </a:extLst>
          </p:cNvPr>
          <p:cNvSpPr txBox="1"/>
          <p:nvPr/>
        </p:nvSpPr>
        <p:spPr>
          <a:xfrm>
            <a:off x="1039891" y="4874423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반영 비율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3EBB2C-934F-63EC-EDAC-F8B43F1F7DE1}"/>
              </a:ext>
            </a:extLst>
          </p:cNvPr>
          <p:cNvSpPr txBox="1"/>
          <p:nvPr/>
        </p:nvSpPr>
        <p:spPr>
          <a:xfrm>
            <a:off x="9057809" y="378460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목표점수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E92A64-C4FC-2FD7-6E59-5A949B1A485F}"/>
              </a:ext>
            </a:extLst>
          </p:cNvPr>
          <p:cNvSpPr txBox="1"/>
          <p:nvPr/>
        </p:nvSpPr>
        <p:spPr>
          <a:xfrm>
            <a:off x="1039890" y="5473869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반영 점수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BE303A-80A6-4131-1CE1-11862AA17EA0}"/>
              </a:ext>
            </a:extLst>
          </p:cNvPr>
          <p:cNvSpPr txBox="1"/>
          <p:nvPr/>
        </p:nvSpPr>
        <p:spPr>
          <a:xfrm>
            <a:off x="4698367" y="210730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막대 그래프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1EF79C-78EE-8F5F-E376-72A4BCCEA745}"/>
              </a:ext>
            </a:extLst>
          </p:cNvPr>
          <p:cNvSpPr txBox="1"/>
          <p:nvPr/>
        </p:nvSpPr>
        <p:spPr>
          <a:xfrm>
            <a:off x="9004909" y="2145544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원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그래프</a:t>
            </a:r>
          </a:p>
        </p:txBody>
      </p:sp>
    </p:spTree>
    <p:extLst>
      <p:ext uri="{BB962C8B-B14F-4D97-AF65-F5344CB8AC3E}">
        <p14:creationId xmlns:p14="http://schemas.microsoft.com/office/powerpoint/2010/main" val="4174155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7FF0-902E-02E7-25A9-959EECF4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9537A47-E57D-D5BA-3CC4-371F63F9E290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E23C2B-B9C2-7D55-D166-F21369B3B08C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C54712-B83A-D0F2-E8B7-FF710129E078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8580C59-B318-1F3E-059A-7DD2773463CB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8656389-5813-C8C9-B63A-BFF213179B0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88EA904-F435-59AD-9F00-884FC87366C2}"/>
              </a:ext>
            </a:extLst>
          </p:cNvPr>
          <p:cNvSpPr txBox="1"/>
          <p:nvPr/>
        </p:nvSpPr>
        <p:spPr>
          <a:xfrm>
            <a:off x="0" y="0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모의고사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83D89D-21B3-D458-04B6-233BB82340D7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1DF25A3-EEC2-7521-D058-CCE2D75E9E8E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017428A-A375-ACB0-A504-83ECE097A8BA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C5ABDE5-4D92-49C8-B851-3250673F86B1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9036BA-AA86-06D5-B478-5F4F009FE592}"/>
              </a:ext>
            </a:extLst>
          </p:cNvPr>
          <p:cNvSpPr/>
          <p:nvPr/>
        </p:nvSpPr>
        <p:spPr>
          <a:xfrm>
            <a:off x="146982" y="590513"/>
            <a:ext cx="1732618" cy="23870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학년도 선택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EE009D3-FB70-FFAC-A443-4BD459A7C672}"/>
              </a:ext>
            </a:extLst>
          </p:cNvPr>
          <p:cNvSpPr/>
          <p:nvPr/>
        </p:nvSpPr>
        <p:spPr>
          <a:xfrm>
            <a:off x="10367379" y="590127"/>
            <a:ext cx="1732617" cy="23870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모의고사 추가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5C335C4D-ED5D-B7FD-693F-D30701D60502}"/>
              </a:ext>
            </a:extLst>
          </p:cNvPr>
          <p:cNvCxnSpPr/>
          <p:nvPr/>
        </p:nvCxnSpPr>
        <p:spPr>
          <a:xfrm>
            <a:off x="146982" y="997527"/>
            <a:ext cx="117215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97A3B64-5706-3CD0-92C3-AB7BB62DD148}"/>
              </a:ext>
            </a:extLst>
          </p:cNvPr>
          <p:cNvSpPr/>
          <p:nvPr/>
        </p:nvSpPr>
        <p:spPr>
          <a:xfrm>
            <a:off x="2122431" y="590513"/>
            <a:ext cx="1299647" cy="23870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월 선택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D4DBFC3-E3F8-BB4B-CFD6-F9AFE6BEDC12}"/>
              </a:ext>
            </a:extLst>
          </p:cNvPr>
          <p:cNvCxnSpPr/>
          <p:nvPr/>
        </p:nvCxnSpPr>
        <p:spPr>
          <a:xfrm>
            <a:off x="899561" y="4025750"/>
            <a:ext cx="101171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9B4C7B9-3572-FBAD-B812-C45DD54C66D5}"/>
              </a:ext>
            </a:extLst>
          </p:cNvPr>
          <p:cNvSpPr txBox="1"/>
          <p:nvPr/>
        </p:nvSpPr>
        <p:spPr>
          <a:xfrm>
            <a:off x="5833108" y="2420574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원 그래프 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X 6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E67CEF-2FCF-1FEC-FE5F-28816B1C98EC}"/>
              </a:ext>
            </a:extLst>
          </p:cNvPr>
          <p:cNvSpPr txBox="1"/>
          <p:nvPr/>
        </p:nvSpPr>
        <p:spPr>
          <a:xfrm>
            <a:off x="1012595" y="41340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EA378EC-A810-F2A2-95C3-6F3BAB6C3E26}"/>
              </a:ext>
            </a:extLst>
          </p:cNvPr>
          <p:cNvCxnSpPr/>
          <p:nvPr/>
        </p:nvCxnSpPr>
        <p:spPr>
          <a:xfrm>
            <a:off x="1733488" y="1184729"/>
            <a:ext cx="0" cy="5156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343EEA4-B710-7E35-F54E-F4D0D975E5E4}"/>
              </a:ext>
            </a:extLst>
          </p:cNvPr>
          <p:cNvSpPr txBox="1"/>
          <p:nvPr/>
        </p:nvSpPr>
        <p:spPr>
          <a:xfrm>
            <a:off x="914033" y="461170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원점수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3ED115-73F8-EACD-3A5A-42CB07E34391}"/>
              </a:ext>
            </a:extLst>
          </p:cNvPr>
          <p:cNvSpPr txBox="1"/>
          <p:nvPr/>
        </p:nvSpPr>
        <p:spPr>
          <a:xfrm>
            <a:off x="521136" y="5051425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백분위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(%)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F87059-F505-8D77-E3FC-841D3E06E193}"/>
              </a:ext>
            </a:extLst>
          </p:cNvPr>
          <p:cNvSpPr txBox="1"/>
          <p:nvPr/>
        </p:nvSpPr>
        <p:spPr>
          <a:xfrm>
            <a:off x="1009190" y="549114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등급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040EAD-DB03-EC55-90C1-34AC42D80758}"/>
              </a:ext>
            </a:extLst>
          </p:cNvPr>
          <p:cNvSpPr txBox="1"/>
          <p:nvPr/>
        </p:nvSpPr>
        <p:spPr>
          <a:xfrm>
            <a:off x="562814" y="5860473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목표 점수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A308E0-9A7A-6490-54BB-40D03EAD8599}"/>
              </a:ext>
            </a:extLst>
          </p:cNvPr>
          <p:cNvSpPr txBox="1"/>
          <p:nvPr/>
        </p:nvSpPr>
        <p:spPr>
          <a:xfrm>
            <a:off x="2518803" y="41289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국어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685720-F9EE-703A-1266-72E159E5E63F}"/>
              </a:ext>
            </a:extLst>
          </p:cNvPr>
          <p:cNvSpPr txBox="1"/>
          <p:nvPr/>
        </p:nvSpPr>
        <p:spPr>
          <a:xfrm>
            <a:off x="3639493" y="41289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수학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988E9C-9AAA-AE5F-EFCA-3A9825F0D4E0}"/>
              </a:ext>
            </a:extLst>
          </p:cNvPr>
          <p:cNvSpPr txBox="1"/>
          <p:nvPr/>
        </p:nvSpPr>
        <p:spPr>
          <a:xfrm>
            <a:off x="4745907" y="41289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영어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55835-4530-76CD-4E98-67801F7187D0}"/>
              </a:ext>
            </a:extLst>
          </p:cNvPr>
          <p:cNvSpPr txBox="1"/>
          <p:nvPr/>
        </p:nvSpPr>
        <p:spPr>
          <a:xfrm>
            <a:off x="5852321" y="413406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한국사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B774E4-8C23-6501-8025-3D8AA207D158}"/>
              </a:ext>
            </a:extLst>
          </p:cNvPr>
          <p:cNvSpPr txBox="1"/>
          <p:nvPr/>
        </p:nvSpPr>
        <p:spPr>
          <a:xfrm>
            <a:off x="7058438" y="4134064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탐구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5B61D5-5594-08D5-765C-8066CF774D74}"/>
              </a:ext>
            </a:extLst>
          </p:cNvPr>
          <p:cNvSpPr txBox="1"/>
          <p:nvPr/>
        </p:nvSpPr>
        <p:spPr>
          <a:xfrm>
            <a:off x="8299504" y="4134064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탐구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2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86D4E3-EB00-7818-4C8F-938FF4912A40}"/>
              </a:ext>
            </a:extLst>
          </p:cNvPr>
          <p:cNvSpPr txBox="1"/>
          <p:nvPr/>
        </p:nvSpPr>
        <p:spPr>
          <a:xfrm>
            <a:off x="9540570" y="4134064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제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2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외국어</a:t>
            </a:r>
          </a:p>
        </p:txBody>
      </p:sp>
    </p:spTree>
    <p:extLst>
      <p:ext uri="{BB962C8B-B14F-4D97-AF65-F5344CB8AC3E}">
        <p14:creationId xmlns:p14="http://schemas.microsoft.com/office/powerpoint/2010/main" val="838045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7DB18-5269-D9EB-015C-3A7A1C92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6342E1-40FB-99A4-645E-4EB9B5B5C773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9B7E3F-BE7F-27F7-4351-CDD4755CC397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C7ED98-820D-D8A6-AA35-D376973F7EBC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3C1E368-F37F-E443-BF8E-32957BCB849A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EC43B88-7457-FCDC-5829-B998229A63AE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AC0FD72-9084-CA64-3CE5-80BAEAAB3F14}"/>
              </a:ext>
            </a:extLst>
          </p:cNvPr>
          <p:cNvSpPr txBox="1"/>
          <p:nvPr/>
        </p:nvSpPr>
        <p:spPr>
          <a:xfrm>
            <a:off x="0" y="0"/>
            <a:ext cx="12282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 페이지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전체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11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25F373-AC06-9379-0B79-3AFF8FC98BB1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A47B523-A215-9C99-7BDB-5D019142EAD9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96FC6F-9516-8919-8001-C2106FC49E73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3EC38A8-9DA8-6521-E7B3-52E65339B49B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B123EBB-C0D0-0DCF-D7D4-6F72C284094B}"/>
              </a:ext>
            </a:extLst>
          </p:cNvPr>
          <p:cNvSpPr/>
          <p:nvPr/>
        </p:nvSpPr>
        <p:spPr>
          <a:xfrm>
            <a:off x="105747" y="590512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587F5-CF25-1845-FC07-6319E759B8CD}"/>
              </a:ext>
            </a:extLst>
          </p:cNvPr>
          <p:cNvSpPr txBox="1"/>
          <p:nvPr/>
        </p:nvSpPr>
        <p:spPr>
          <a:xfrm>
            <a:off x="233266" y="70948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종합 성적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E7CB2-5EB5-9AF9-4727-BED1CFD7A6C9}"/>
              </a:ext>
            </a:extLst>
          </p:cNvPr>
          <p:cNvSpPr txBox="1"/>
          <p:nvPr/>
        </p:nvSpPr>
        <p:spPr>
          <a:xfrm>
            <a:off x="2130491" y="211200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꺾은선 그래프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75D965-B801-2731-989F-D10822EAE7EC}"/>
              </a:ext>
            </a:extLst>
          </p:cNvPr>
          <p:cNvSpPr/>
          <p:nvPr/>
        </p:nvSpPr>
        <p:spPr>
          <a:xfrm>
            <a:off x="6126077" y="590512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02F91-3A0D-667A-41BF-C860AA39F29F}"/>
              </a:ext>
            </a:extLst>
          </p:cNvPr>
          <p:cNvSpPr txBox="1"/>
          <p:nvPr/>
        </p:nvSpPr>
        <p:spPr>
          <a:xfrm>
            <a:off x="6253596" y="675620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최근 공부 기록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AEF21C-A066-042A-0B4E-C4408639AF74}"/>
              </a:ext>
            </a:extLst>
          </p:cNvPr>
          <p:cNvCxnSpPr>
            <a:cxnSpLocks/>
          </p:cNvCxnSpPr>
          <p:nvPr/>
        </p:nvCxnSpPr>
        <p:spPr>
          <a:xfrm>
            <a:off x="6369194" y="1166679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3784711-32C6-8421-7333-4635E762F73A}"/>
              </a:ext>
            </a:extLst>
          </p:cNvPr>
          <p:cNvCxnSpPr>
            <a:cxnSpLocks/>
          </p:cNvCxnSpPr>
          <p:nvPr/>
        </p:nvCxnSpPr>
        <p:spPr>
          <a:xfrm>
            <a:off x="6369194" y="1496361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E0FA9F-83BB-61EB-1C52-93485D96C4B8}"/>
              </a:ext>
            </a:extLst>
          </p:cNvPr>
          <p:cNvSpPr txBox="1"/>
          <p:nvPr/>
        </p:nvSpPr>
        <p:spPr>
          <a:xfrm>
            <a:off x="6330510" y="113277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날짜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491811-BEC0-FD19-A39E-7DF82D848DA4}"/>
              </a:ext>
            </a:extLst>
          </p:cNvPr>
          <p:cNvSpPr txBox="1"/>
          <p:nvPr/>
        </p:nvSpPr>
        <p:spPr>
          <a:xfrm>
            <a:off x="8470631" y="116622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공부 시간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56F35E-DB2B-FD00-A6BC-88C457E5DE3A}"/>
              </a:ext>
            </a:extLst>
          </p:cNvPr>
          <p:cNvSpPr txBox="1"/>
          <p:nvPr/>
        </p:nvSpPr>
        <p:spPr>
          <a:xfrm>
            <a:off x="9868801" y="116781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난이도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C5F154D-E215-E0C1-76D7-AFB145C4DB07}"/>
              </a:ext>
            </a:extLst>
          </p:cNvPr>
          <p:cNvSpPr/>
          <p:nvPr/>
        </p:nvSpPr>
        <p:spPr>
          <a:xfrm>
            <a:off x="105747" y="4121801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C992C7-1175-7893-7C74-9D93BF9535F6}"/>
              </a:ext>
            </a:extLst>
          </p:cNvPr>
          <p:cNvSpPr txBox="1"/>
          <p:nvPr/>
        </p:nvSpPr>
        <p:spPr>
          <a:xfrm>
            <a:off x="156316" y="426168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학습 피드백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501746-4280-22A9-29A9-86302E752D73}"/>
              </a:ext>
            </a:extLst>
          </p:cNvPr>
          <p:cNvSpPr txBox="1"/>
          <p:nvPr/>
        </p:nvSpPr>
        <p:spPr>
          <a:xfrm>
            <a:off x="10688256" y="116622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집중도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63967F-1BE5-699B-F0DB-C2D06C15BB0B}"/>
              </a:ext>
            </a:extLst>
          </p:cNvPr>
          <p:cNvSpPr txBox="1"/>
          <p:nvPr/>
        </p:nvSpPr>
        <p:spPr>
          <a:xfrm>
            <a:off x="7389580" y="114991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DE0CC6A-430D-54B7-26D8-AAA8D2FDCA2C}"/>
              </a:ext>
            </a:extLst>
          </p:cNvPr>
          <p:cNvSpPr/>
          <p:nvPr/>
        </p:nvSpPr>
        <p:spPr>
          <a:xfrm>
            <a:off x="6126077" y="3270310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0EADA-6080-74A1-E65F-BD8EA75830C0}"/>
              </a:ext>
            </a:extLst>
          </p:cNvPr>
          <p:cNvSpPr txBox="1"/>
          <p:nvPr/>
        </p:nvSpPr>
        <p:spPr>
          <a:xfrm>
            <a:off x="6253596" y="339203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AI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성적 예측</a:t>
            </a:r>
          </a:p>
        </p:txBody>
      </p:sp>
    </p:spTree>
    <p:extLst>
      <p:ext uri="{BB962C8B-B14F-4D97-AF65-F5344CB8AC3E}">
        <p14:creationId xmlns:p14="http://schemas.microsoft.com/office/powerpoint/2010/main" val="34071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C694-1E66-4B45-4CD2-BBAEE353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6F6A91C-F103-CA1C-7EE0-E637898584ED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5DC1D8-FA27-A4E7-1F81-D3BB22C0B2DA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E320749-B3B4-531B-971B-7E5745213AF0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BE9E163-5CF8-7FC3-EEA4-E2448B4874B1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46F5D7E5-65F6-BCF5-5F0F-41238E0D6AEF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23C48A2-A73B-534E-DCDF-CA44B3BB3CC0}"/>
              </a:ext>
            </a:extLst>
          </p:cNvPr>
          <p:cNvSpPr txBox="1"/>
          <p:nvPr/>
        </p:nvSpPr>
        <p:spPr>
          <a:xfrm>
            <a:off x="0" y="0"/>
            <a:ext cx="13580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분석 페이지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과목별</a:t>
            </a:r>
            <a:r>
              <a:rPr lang="en-US" altLang="ko-KR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11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F36996-7C8D-AB25-CB33-A2307C3DABFE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73D4611-53BA-2AC2-46C0-F8DEAF5C1DAF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4A42A3-8F5C-18D1-6ED6-42D69FEA76E9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59C5894-8535-F8C3-0169-6D2C5C25D42E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643241E-F88A-F762-51B1-1E1C5CE38944}"/>
              </a:ext>
            </a:extLst>
          </p:cNvPr>
          <p:cNvSpPr/>
          <p:nvPr/>
        </p:nvSpPr>
        <p:spPr>
          <a:xfrm>
            <a:off x="105747" y="590512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E5E223-C475-1046-2A4D-4D48047533E0}"/>
              </a:ext>
            </a:extLst>
          </p:cNvPr>
          <p:cNvSpPr txBox="1"/>
          <p:nvPr/>
        </p:nvSpPr>
        <p:spPr>
          <a:xfrm>
            <a:off x="233266" y="70948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 성적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C2C01-7CED-B9EE-272A-5541EC318F34}"/>
              </a:ext>
            </a:extLst>
          </p:cNvPr>
          <p:cNvSpPr txBox="1"/>
          <p:nvPr/>
        </p:nvSpPr>
        <p:spPr>
          <a:xfrm>
            <a:off x="2130491" y="211200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꺾은선 그래프</a:t>
            </a:r>
            <a:endParaRPr lang="ko-KR" altLang="en-US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9DF7C0F-0B7B-1209-0E02-35461E01333C}"/>
              </a:ext>
            </a:extLst>
          </p:cNvPr>
          <p:cNvSpPr/>
          <p:nvPr/>
        </p:nvSpPr>
        <p:spPr>
          <a:xfrm>
            <a:off x="6126077" y="590512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765F7F-BADD-7CC8-7BFF-4B4D1703EFE2}"/>
              </a:ext>
            </a:extLst>
          </p:cNvPr>
          <p:cNvSpPr txBox="1"/>
          <p:nvPr/>
        </p:nvSpPr>
        <p:spPr>
          <a:xfrm>
            <a:off x="6253596" y="675620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최근 공부 기록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5493218-8C43-E60D-AD9E-16ADF49E2C27}"/>
              </a:ext>
            </a:extLst>
          </p:cNvPr>
          <p:cNvCxnSpPr>
            <a:cxnSpLocks/>
          </p:cNvCxnSpPr>
          <p:nvPr/>
        </p:nvCxnSpPr>
        <p:spPr>
          <a:xfrm>
            <a:off x="6369194" y="1166679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0F5A274-2E39-2F68-31E9-053097FDB0F0}"/>
              </a:ext>
            </a:extLst>
          </p:cNvPr>
          <p:cNvCxnSpPr>
            <a:cxnSpLocks/>
          </p:cNvCxnSpPr>
          <p:nvPr/>
        </p:nvCxnSpPr>
        <p:spPr>
          <a:xfrm>
            <a:off x="6369194" y="1496361"/>
            <a:ext cx="5286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AD4286C-A6BF-C9A9-A31C-31670253FA49}"/>
              </a:ext>
            </a:extLst>
          </p:cNvPr>
          <p:cNvSpPr txBox="1"/>
          <p:nvPr/>
        </p:nvSpPr>
        <p:spPr>
          <a:xfrm>
            <a:off x="6330510" y="113277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날짜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32CB5-203C-5B1B-697F-27E7B43E1C57}"/>
              </a:ext>
            </a:extLst>
          </p:cNvPr>
          <p:cNvSpPr txBox="1"/>
          <p:nvPr/>
        </p:nvSpPr>
        <p:spPr>
          <a:xfrm>
            <a:off x="8470631" y="116622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공부 시간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5429F7-1152-9B8F-05EE-8DBB069F5FD5}"/>
              </a:ext>
            </a:extLst>
          </p:cNvPr>
          <p:cNvSpPr txBox="1"/>
          <p:nvPr/>
        </p:nvSpPr>
        <p:spPr>
          <a:xfrm>
            <a:off x="9868801" y="116781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난이도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956F4B3-149E-9404-8D38-779887E71C73}"/>
              </a:ext>
            </a:extLst>
          </p:cNvPr>
          <p:cNvSpPr/>
          <p:nvPr/>
        </p:nvSpPr>
        <p:spPr>
          <a:xfrm>
            <a:off x="105747" y="4121801"/>
            <a:ext cx="5879328" cy="259469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CEAC44-60F0-03F9-E827-E6EC15AE3419}"/>
              </a:ext>
            </a:extLst>
          </p:cNvPr>
          <p:cNvSpPr txBox="1"/>
          <p:nvPr/>
        </p:nvSpPr>
        <p:spPr>
          <a:xfrm>
            <a:off x="156316" y="4261686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학습 피드백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4C4DB5-3171-EE06-0EFD-B9E9F74B6E2A}"/>
              </a:ext>
            </a:extLst>
          </p:cNvPr>
          <p:cNvSpPr txBox="1"/>
          <p:nvPr/>
        </p:nvSpPr>
        <p:spPr>
          <a:xfrm>
            <a:off x="10688256" y="116622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집중도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4197D6-1575-9471-82FE-4F16496B7DBF}"/>
              </a:ext>
            </a:extLst>
          </p:cNvPr>
          <p:cNvSpPr txBox="1"/>
          <p:nvPr/>
        </p:nvSpPr>
        <p:spPr>
          <a:xfrm>
            <a:off x="7389580" y="114991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과목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AEFBBB-0CF6-6DE2-E1DC-4603A724C199}"/>
              </a:ext>
            </a:extLst>
          </p:cNvPr>
          <p:cNvSpPr/>
          <p:nvPr/>
        </p:nvSpPr>
        <p:spPr>
          <a:xfrm>
            <a:off x="6126077" y="3270310"/>
            <a:ext cx="5879328" cy="341232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318A68-B695-3110-AFFD-4E817B9DD753}"/>
              </a:ext>
            </a:extLst>
          </p:cNvPr>
          <p:cNvSpPr txBox="1"/>
          <p:nvPr/>
        </p:nvSpPr>
        <p:spPr>
          <a:xfrm>
            <a:off x="6253596" y="339203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AI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성적 예측</a:t>
            </a:r>
          </a:p>
        </p:txBody>
      </p:sp>
    </p:spTree>
    <p:extLst>
      <p:ext uri="{BB962C8B-B14F-4D97-AF65-F5344CB8AC3E}">
        <p14:creationId xmlns:p14="http://schemas.microsoft.com/office/powerpoint/2010/main" val="300986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9599-3765-E068-21EB-E3336984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F2BFDD-782A-C718-400C-716D50A07E6F}"/>
              </a:ext>
            </a:extLst>
          </p:cNvPr>
          <p:cNvCxnSpPr/>
          <p:nvPr/>
        </p:nvCxnSpPr>
        <p:spPr>
          <a:xfrm>
            <a:off x="11430000" y="118967"/>
            <a:ext cx="20527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E5068A-0E15-83AB-6200-DBC8BBC33C0D}"/>
              </a:ext>
            </a:extLst>
          </p:cNvPr>
          <p:cNvSpPr/>
          <p:nvPr/>
        </p:nvSpPr>
        <p:spPr>
          <a:xfrm>
            <a:off x="11728581" y="48988"/>
            <a:ext cx="139958" cy="1399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2A8E6FF-DDCA-90EF-5596-191671F1F7FF}"/>
              </a:ext>
            </a:extLst>
          </p:cNvPr>
          <p:cNvGrpSpPr/>
          <p:nvPr/>
        </p:nvGrpSpPr>
        <p:grpSpPr>
          <a:xfrm>
            <a:off x="11930745" y="18662"/>
            <a:ext cx="205273" cy="205273"/>
            <a:chOff x="6357256" y="3443775"/>
            <a:chExt cx="205273" cy="205273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99A84A1-E6FC-BE9D-CDED-2C1A1D4BE421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357256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06941A9-167E-211F-806C-02131AD95D5D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357257" y="3546412"/>
              <a:ext cx="20527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156FA7D-7765-92A4-C1CA-28D36A40E4BA}"/>
              </a:ext>
            </a:extLst>
          </p:cNvPr>
          <p:cNvSpPr txBox="1"/>
          <p:nvPr/>
        </p:nvSpPr>
        <p:spPr>
          <a:xfrm>
            <a:off x="0" y="0"/>
            <a:ext cx="1157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맞춤 전략 페이지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501AF8-35A1-1862-A1E9-1E4ADD508528}"/>
              </a:ext>
            </a:extLst>
          </p:cNvPr>
          <p:cNvSpPr/>
          <p:nvPr/>
        </p:nvSpPr>
        <p:spPr>
          <a:xfrm>
            <a:off x="0" y="223935"/>
            <a:ext cx="12192000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E643B96-CEBF-ADD4-4CCF-563C784ADCBB}"/>
              </a:ext>
            </a:extLst>
          </p:cNvPr>
          <p:cNvCxnSpPr/>
          <p:nvPr/>
        </p:nvCxnSpPr>
        <p:spPr>
          <a:xfrm>
            <a:off x="0" y="22393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E9E5BD-3359-9BA7-A60D-5F20C0DEC2AF}"/>
              </a:ext>
            </a:extLst>
          </p:cNvPr>
          <p:cNvSpPr txBox="1"/>
          <p:nvPr/>
        </p:nvSpPr>
        <p:spPr>
          <a:xfrm>
            <a:off x="10189947" y="223935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Name(USER)</a:t>
            </a:r>
            <a:endParaRPr lang="ko-KR" altLang="en-US" sz="1200" dirty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50DAECE-3613-37DA-7A04-D905EBE07AA9}"/>
              </a:ext>
            </a:extLst>
          </p:cNvPr>
          <p:cNvSpPr/>
          <p:nvPr/>
        </p:nvSpPr>
        <p:spPr>
          <a:xfrm>
            <a:off x="11328400" y="291225"/>
            <a:ext cx="777558" cy="15664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logout</a:t>
            </a:r>
            <a:endParaRPr lang="ko-KR" altLang="en-US" sz="1200" dirty="0">
              <a:solidFill>
                <a:schemeClr val="tx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72BEC-CEAF-D156-30F9-8512B516652E}"/>
              </a:ext>
            </a:extLst>
          </p:cNvPr>
          <p:cNvSpPr txBox="1"/>
          <p:nvPr/>
        </p:nvSpPr>
        <p:spPr>
          <a:xfrm>
            <a:off x="4344559" y="3244334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취약점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우선순위</a:t>
            </a:r>
            <a:r>
              <a:rPr lang="en-US" altLang="ko-KR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장기적인 계획 등</a:t>
            </a:r>
          </a:p>
        </p:txBody>
      </p:sp>
    </p:spTree>
    <p:extLst>
      <p:ext uri="{BB962C8B-B14F-4D97-AF65-F5344CB8AC3E}">
        <p14:creationId xmlns:p14="http://schemas.microsoft.com/office/powerpoint/2010/main" val="260205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449</Words>
  <Application>Microsoft Office PowerPoint</Application>
  <PresentationFormat>와이드스크린</PresentationFormat>
  <Paragraphs>210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Noto Sans KR SemiBold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시우 이</dc:creator>
  <cp:lastModifiedBy>시우 이</cp:lastModifiedBy>
  <cp:revision>4</cp:revision>
  <dcterms:created xsi:type="dcterms:W3CDTF">2026-05-10T18:19:25Z</dcterms:created>
  <dcterms:modified xsi:type="dcterms:W3CDTF">2026-05-11T11:33:44Z</dcterms:modified>
</cp:coreProperties>
</file>